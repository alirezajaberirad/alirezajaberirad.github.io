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21945600" cy="32918400"/>
  <p:notesSz cx="7010400" cy="92964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326532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653064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979596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306128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1632661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1959193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2285725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2612257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10368" userDrawn="1">
          <p15:clr>
            <a:srgbClr val="A4A3A4"/>
          </p15:clr>
        </p15:guide>
        <p15:guide id="2" pos="69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9D12C17-E3F2-71EE-9784-5AA99A97D960}" name="Qiangfei Xia" initials="QX" userId="S::qxia@umass.edu::2f07f2fb-fc52-476b-b8b0-a5f7cb9647b2" providerId="AD"/>
  <p188:author id="{9521CFD8-B94F-FCA8-7C40-2ED1E93075EB}" name="Alireza Jaberi Rad" initials="AJ" userId="S::ajaberirad@umass.edu::53b5d903-2b41-4cf4-825e-93d1fb0fb37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2233"/>
    <a:srgbClr val="DE6866"/>
    <a:srgbClr val="E9A0A5"/>
    <a:srgbClr val="569AD0"/>
    <a:srgbClr val="469434"/>
    <a:srgbClr val="CD9F2D"/>
    <a:srgbClr val="677B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A7C41F-14B7-4DFF-8D56-825525BB9D81}" v="73" dt="2024-12-08T03:05:08.851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0"/>
  </p:normalViewPr>
  <p:slideViewPr>
    <p:cSldViewPr snapToGrid="0">
      <p:cViewPr>
        <p:scale>
          <a:sx n="33" d="100"/>
          <a:sy n="33" d="100"/>
        </p:scale>
        <p:origin x="516" y="-3082"/>
      </p:cViewPr>
      <p:guideLst>
        <p:guide orient="horz" pos="10368"/>
        <p:guide pos="6912"/>
      </p:guideLst>
    </p:cSldViewPr>
  </p:slideViewPr>
  <p:notesTextViewPr>
    <p:cViewPr>
      <p:scale>
        <a:sx n="300" d="100"/>
        <a:sy n="3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microsoft.com/office/2018/10/relationships/authors" Target="author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reza Jaberi Rad" userId="53b5d903-2b41-4cf4-825e-93d1fb0fb37c" providerId="ADAL" clId="{E6CA65D6-2B5E-4938-BAAA-D3CFF2D8F10E}"/>
    <pc:docChg chg="undo custSel modSld">
      <pc:chgData name="Alireza Jaberi Rad" userId="53b5d903-2b41-4cf4-825e-93d1fb0fb37c" providerId="ADAL" clId="{E6CA65D6-2B5E-4938-BAAA-D3CFF2D8F10E}" dt="2024-12-08T14:22:46.731" v="13" actId="14100"/>
      <pc:docMkLst>
        <pc:docMk/>
      </pc:docMkLst>
      <pc:sldChg chg="addSp delSp modSp mod">
        <pc:chgData name="Alireza Jaberi Rad" userId="53b5d903-2b41-4cf4-825e-93d1fb0fb37c" providerId="ADAL" clId="{E6CA65D6-2B5E-4938-BAAA-D3CFF2D8F10E}" dt="2024-12-08T14:22:46.731" v="13" actId="14100"/>
        <pc:sldMkLst>
          <pc:docMk/>
          <pc:sldMk cId="695537244" sldId="257"/>
        </pc:sldMkLst>
        <pc:spChg chg="add del mod">
          <ac:chgData name="Alireza Jaberi Rad" userId="53b5d903-2b41-4cf4-825e-93d1fb0fb37c" providerId="ADAL" clId="{E6CA65D6-2B5E-4938-BAAA-D3CFF2D8F10E}" dt="2024-12-08T14:17:39.445" v="5" actId="1076"/>
          <ac:spMkLst>
            <pc:docMk/>
            <pc:sldMk cId="695537244" sldId="257"/>
            <ac:spMk id="1028" creationId="{0F478E7D-4E32-9AD1-2EDF-D02465082E77}"/>
          </ac:spMkLst>
        </pc:spChg>
        <pc:grpChg chg="mod">
          <ac:chgData name="Alireza Jaberi Rad" userId="53b5d903-2b41-4cf4-825e-93d1fb0fb37c" providerId="ADAL" clId="{E6CA65D6-2B5E-4938-BAAA-D3CFF2D8F10E}" dt="2024-12-08T14:22:46.731" v="13" actId="14100"/>
          <ac:grpSpMkLst>
            <pc:docMk/>
            <pc:sldMk cId="695537244" sldId="257"/>
            <ac:grpSpMk id="15" creationId="{562201A5-2FCB-8BC5-0101-DA4C44D2DC47}"/>
          </ac:grpSpMkLst>
        </pc:grpChg>
        <pc:grpChg chg="mod">
          <ac:chgData name="Alireza Jaberi Rad" userId="53b5d903-2b41-4cf4-825e-93d1fb0fb37c" providerId="ADAL" clId="{E6CA65D6-2B5E-4938-BAAA-D3CFF2D8F10E}" dt="2024-12-08T14:22:25.881" v="9" actId="14100"/>
          <ac:grpSpMkLst>
            <pc:docMk/>
            <pc:sldMk cId="695537244" sldId="257"/>
            <ac:grpSpMk id="1535" creationId="{D4461226-B026-750E-13DF-277C6F3A5999}"/>
          </ac:grpSpMkLst>
        </pc:grpChg>
      </pc:sldChg>
    </pc:docChg>
  </pc:docChgLst>
  <pc:docChgLst>
    <pc:chgData name="Yi Huang" userId="707ec5a3-b5d3-4ba2-909f-6e55d916666b" providerId="ADAL" clId="{A6A7C41F-14B7-4DFF-8D56-825525BB9D81}"/>
    <pc:docChg chg="undo redo custSel addSld delSld modSld">
      <pc:chgData name="Yi Huang" userId="707ec5a3-b5d3-4ba2-909f-6e55d916666b" providerId="ADAL" clId="{A6A7C41F-14B7-4DFF-8D56-825525BB9D81}" dt="2024-12-08T03:07:42.908" v="946" actId="12788"/>
      <pc:docMkLst>
        <pc:docMk/>
      </pc:docMkLst>
      <pc:sldChg chg="addSp delSp modSp mod">
        <pc:chgData name="Yi Huang" userId="707ec5a3-b5d3-4ba2-909f-6e55d916666b" providerId="ADAL" clId="{A6A7C41F-14B7-4DFF-8D56-825525BB9D81}" dt="2024-12-08T03:07:42.908" v="946" actId="12788"/>
        <pc:sldMkLst>
          <pc:docMk/>
          <pc:sldMk cId="695537244" sldId="257"/>
        </pc:sldMkLst>
        <pc:spChg chg="mod">
          <ac:chgData name="Yi Huang" userId="707ec5a3-b5d3-4ba2-909f-6e55d916666b" providerId="ADAL" clId="{A6A7C41F-14B7-4DFF-8D56-825525BB9D81}" dt="2024-12-08T02:52:51.092" v="765" actId="1036"/>
          <ac:spMkLst>
            <pc:docMk/>
            <pc:sldMk cId="695537244" sldId="257"/>
            <ac:spMk id="2" creationId="{86A1FB7E-153B-49B9-7D6E-4FF663B44A77}"/>
          </ac:spMkLst>
        </pc:spChg>
        <pc:spChg chg="mod">
          <ac:chgData name="Yi Huang" userId="707ec5a3-b5d3-4ba2-909f-6e55d916666b" providerId="ADAL" clId="{A6A7C41F-14B7-4DFF-8D56-825525BB9D81}" dt="2024-12-08T02:52:51.092" v="765" actId="1036"/>
          <ac:spMkLst>
            <pc:docMk/>
            <pc:sldMk cId="695537244" sldId="257"/>
            <ac:spMk id="3" creationId="{924B7067-9189-F15F-D073-EDE74F20B979}"/>
          </ac:spMkLst>
        </pc:spChg>
        <pc:spChg chg="mod">
          <ac:chgData name="Yi Huang" userId="707ec5a3-b5d3-4ba2-909f-6e55d916666b" providerId="ADAL" clId="{A6A7C41F-14B7-4DFF-8D56-825525BB9D81}" dt="2024-12-08T02:39:07.578" v="539" actId="1076"/>
          <ac:spMkLst>
            <pc:docMk/>
            <pc:sldMk cId="695537244" sldId="257"/>
            <ac:spMk id="11" creationId="{74CBF692-1F17-AD87-3066-A5CDD3710266}"/>
          </ac:spMkLst>
        </pc:spChg>
        <pc:spChg chg="mod">
          <ac:chgData name="Yi Huang" userId="707ec5a3-b5d3-4ba2-909f-6e55d916666b" providerId="ADAL" clId="{A6A7C41F-14B7-4DFF-8D56-825525BB9D81}" dt="2024-12-08T02:39:04.810" v="538" actId="1076"/>
          <ac:spMkLst>
            <pc:docMk/>
            <pc:sldMk cId="695537244" sldId="257"/>
            <ac:spMk id="14" creationId="{F41EB141-0818-593C-753F-046EC9145668}"/>
          </ac:spMkLst>
        </pc:spChg>
        <pc:spChg chg="add mod">
          <ac:chgData name="Yi Huang" userId="707ec5a3-b5d3-4ba2-909f-6e55d916666b" providerId="ADAL" clId="{A6A7C41F-14B7-4DFF-8D56-825525BB9D81}" dt="2024-12-08T02:47:40.602" v="708" actId="1035"/>
          <ac:spMkLst>
            <pc:docMk/>
            <pc:sldMk cId="695537244" sldId="257"/>
            <ac:spMk id="19" creationId="{6CAF4CDB-23F8-17DC-8003-167B720D1487}"/>
          </ac:spMkLst>
        </pc:spChg>
        <pc:spChg chg="add mod">
          <ac:chgData name="Yi Huang" userId="707ec5a3-b5d3-4ba2-909f-6e55d916666b" providerId="ADAL" clId="{A6A7C41F-14B7-4DFF-8D56-825525BB9D81}" dt="2024-12-08T03:07:42.908" v="946" actId="12788"/>
          <ac:spMkLst>
            <pc:docMk/>
            <pc:sldMk cId="695537244" sldId="257"/>
            <ac:spMk id="21" creationId="{69E834B9-A99A-220B-81CA-CC60C5E2AEBF}"/>
          </ac:spMkLst>
        </pc:spChg>
        <pc:spChg chg="add mod">
          <ac:chgData name="Yi Huang" userId="707ec5a3-b5d3-4ba2-909f-6e55d916666b" providerId="ADAL" clId="{A6A7C41F-14B7-4DFF-8D56-825525BB9D81}" dt="2024-12-08T02:04:48.225" v="136" actId="1076"/>
          <ac:spMkLst>
            <pc:docMk/>
            <pc:sldMk cId="695537244" sldId="257"/>
            <ac:spMk id="23" creationId="{F8CF3949-581F-A294-509D-BE3EC88E6415}"/>
          </ac:spMkLst>
        </pc:spChg>
        <pc:spChg chg="mod">
          <ac:chgData name="Yi Huang" userId="707ec5a3-b5d3-4ba2-909f-6e55d916666b" providerId="ADAL" clId="{A6A7C41F-14B7-4DFF-8D56-825525BB9D81}" dt="2024-12-08T02:45:47.433" v="648" actId="1076"/>
          <ac:spMkLst>
            <pc:docMk/>
            <pc:sldMk cId="695537244" sldId="257"/>
            <ac:spMk id="30" creationId="{4C8E79D4-1EEA-9842-0DBA-D0C4B77FC849}"/>
          </ac:spMkLst>
        </pc:spChg>
        <pc:spChg chg="mod">
          <ac:chgData name="Yi Huang" userId="707ec5a3-b5d3-4ba2-909f-6e55d916666b" providerId="ADAL" clId="{A6A7C41F-14B7-4DFF-8D56-825525BB9D81}" dt="2024-12-08T02:45:56.388" v="658" actId="1036"/>
          <ac:spMkLst>
            <pc:docMk/>
            <pc:sldMk cId="695537244" sldId="257"/>
            <ac:spMk id="50" creationId="{1EE7782E-422C-9EB2-6FD4-E8B23D89BCC8}"/>
          </ac:spMkLst>
        </pc:spChg>
        <pc:spChg chg="mod">
          <ac:chgData name="Yi Huang" userId="707ec5a3-b5d3-4ba2-909f-6e55d916666b" providerId="ADAL" clId="{A6A7C41F-14B7-4DFF-8D56-825525BB9D81}" dt="2024-12-08T02:32:11.569" v="428" actId="164"/>
          <ac:spMkLst>
            <pc:docMk/>
            <pc:sldMk cId="695537244" sldId="257"/>
            <ac:spMk id="1037" creationId="{64C031C1-AD16-F582-215E-F988F4812811}"/>
          </ac:spMkLst>
        </pc:spChg>
        <pc:spChg chg="mod">
          <ac:chgData name="Yi Huang" userId="707ec5a3-b5d3-4ba2-909f-6e55d916666b" providerId="ADAL" clId="{A6A7C41F-14B7-4DFF-8D56-825525BB9D81}" dt="2024-12-08T03:07:07.865" v="944" actId="1035"/>
          <ac:spMkLst>
            <pc:docMk/>
            <pc:sldMk cId="695537244" sldId="257"/>
            <ac:spMk id="1072" creationId="{98994F52-6D93-C2FE-3E5B-0C88481861CF}"/>
          </ac:spMkLst>
        </pc:spChg>
        <pc:spChg chg="mod">
          <ac:chgData name="Yi Huang" userId="707ec5a3-b5d3-4ba2-909f-6e55d916666b" providerId="ADAL" clId="{A6A7C41F-14B7-4DFF-8D56-825525BB9D81}" dt="2024-12-08T02:50:50.173" v="752" actId="165"/>
          <ac:spMkLst>
            <pc:docMk/>
            <pc:sldMk cId="695537244" sldId="257"/>
            <ac:spMk id="1133" creationId="{82D00C87-2EAC-E904-4B35-64AF0FC164F2}"/>
          </ac:spMkLst>
        </pc:spChg>
        <pc:spChg chg="mod">
          <ac:chgData name="Yi Huang" userId="707ec5a3-b5d3-4ba2-909f-6e55d916666b" providerId="ADAL" clId="{A6A7C41F-14B7-4DFF-8D56-825525BB9D81}" dt="2024-12-08T02:22:41.145" v="311" actId="14100"/>
          <ac:spMkLst>
            <pc:docMk/>
            <pc:sldMk cId="695537244" sldId="257"/>
            <ac:spMk id="1172" creationId="{70F8CF56-24BD-81A1-5D7F-8989A73433C3}"/>
          </ac:spMkLst>
        </pc:spChg>
        <pc:spChg chg="mod">
          <ac:chgData name="Yi Huang" userId="707ec5a3-b5d3-4ba2-909f-6e55d916666b" providerId="ADAL" clId="{A6A7C41F-14B7-4DFF-8D56-825525BB9D81}" dt="2024-12-08T02:22:46.206" v="313" actId="1076"/>
          <ac:spMkLst>
            <pc:docMk/>
            <pc:sldMk cId="695537244" sldId="257"/>
            <ac:spMk id="1179" creationId="{6BC229F8-F125-4FC0-FF66-2D0BC3631446}"/>
          </ac:spMkLst>
        </pc:spChg>
        <pc:spChg chg="mod">
          <ac:chgData name="Yi Huang" userId="707ec5a3-b5d3-4ba2-909f-6e55d916666b" providerId="ADAL" clId="{A6A7C41F-14B7-4DFF-8D56-825525BB9D81}" dt="2024-12-08T03:04:41.808" v="921" actId="1036"/>
          <ac:spMkLst>
            <pc:docMk/>
            <pc:sldMk cId="695537244" sldId="257"/>
            <ac:spMk id="1180" creationId="{2B3275C2-AC56-B525-EB95-FE81CE2CEE9C}"/>
          </ac:spMkLst>
        </pc:spChg>
        <pc:spChg chg="mod">
          <ac:chgData name="Yi Huang" userId="707ec5a3-b5d3-4ba2-909f-6e55d916666b" providerId="ADAL" clId="{A6A7C41F-14B7-4DFF-8D56-825525BB9D81}" dt="2024-12-08T02:33:36.059" v="452" actId="1076"/>
          <ac:spMkLst>
            <pc:docMk/>
            <pc:sldMk cId="695537244" sldId="257"/>
            <ac:spMk id="1183" creationId="{E394DE2B-CBF1-5783-5DE6-D952AC80B82D}"/>
          </ac:spMkLst>
        </pc:spChg>
        <pc:spChg chg="mod">
          <ac:chgData name="Yi Huang" userId="707ec5a3-b5d3-4ba2-909f-6e55d916666b" providerId="ADAL" clId="{A6A7C41F-14B7-4DFF-8D56-825525BB9D81}" dt="2024-12-08T02:33:30.298" v="451" actId="1076"/>
          <ac:spMkLst>
            <pc:docMk/>
            <pc:sldMk cId="695537244" sldId="257"/>
            <ac:spMk id="1184" creationId="{9AB5B967-D5FC-1B6E-5D10-0D087D873C9A}"/>
          </ac:spMkLst>
        </pc:spChg>
        <pc:spChg chg="mod">
          <ac:chgData name="Yi Huang" userId="707ec5a3-b5d3-4ba2-909f-6e55d916666b" providerId="ADAL" clId="{A6A7C41F-14B7-4DFF-8D56-825525BB9D81}" dt="2024-12-08T02:47:40.602" v="708" actId="1035"/>
          <ac:spMkLst>
            <pc:docMk/>
            <pc:sldMk cId="695537244" sldId="257"/>
            <ac:spMk id="1185" creationId="{E9D90AAB-8D28-5A88-A684-FE259C3657C7}"/>
          </ac:spMkLst>
        </pc:spChg>
        <pc:spChg chg="mod">
          <ac:chgData name="Yi Huang" userId="707ec5a3-b5d3-4ba2-909f-6e55d916666b" providerId="ADAL" clId="{A6A7C41F-14B7-4DFF-8D56-825525BB9D81}" dt="2024-12-08T03:07:07.865" v="944" actId="1035"/>
          <ac:spMkLst>
            <pc:docMk/>
            <pc:sldMk cId="695537244" sldId="257"/>
            <ac:spMk id="1186" creationId="{28126A2D-EC6A-5340-A4C1-805F548A5ABB}"/>
          </ac:spMkLst>
        </pc:spChg>
        <pc:spChg chg="del mod">
          <ac:chgData name="Yi Huang" userId="707ec5a3-b5d3-4ba2-909f-6e55d916666b" providerId="ADAL" clId="{A6A7C41F-14B7-4DFF-8D56-825525BB9D81}" dt="2024-12-08T02:00:50.980" v="108" actId="478"/>
          <ac:spMkLst>
            <pc:docMk/>
            <pc:sldMk cId="695537244" sldId="257"/>
            <ac:spMk id="1522" creationId="{C0F555AA-4417-5306-CA75-8475E2C364E8}"/>
          </ac:spMkLst>
        </pc:spChg>
        <pc:spChg chg="mod">
          <ac:chgData name="Yi Huang" userId="707ec5a3-b5d3-4ba2-909f-6e55d916666b" providerId="ADAL" clId="{A6A7C41F-14B7-4DFF-8D56-825525BB9D81}" dt="2024-12-08T03:07:42.908" v="946" actId="12788"/>
          <ac:spMkLst>
            <pc:docMk/>
            <pc:sldMk cId="695537244" sldId="257"/>
            <ac:spMk id="1523" creationId="{1402D73B-981A-E312-D83E-2F4FA25B74CC}"/>
          </ac:spMkLst>
        </pc:spChg>
        <pc:spChg chg="mod">
          <ac:chgData name="Yi Huang" userId="707ec5a3-b5d3-4ba2-909f-6e55d916666b" providerId="ADAL" clId="{A6A7C41F-14B7-4DFF-8D56-825525BB9D81}" dt="2024-12-08T03:07:07.865" v="944" actId="1035"/>
          <ac:spMkLst>
            <pc:docMk/>
            <pc:sldMk cId="695537244" sldId="257"/>
            <ac:spMk id="1524" creationId="{98E543AF-03B5-43A4-44CD-61D31D3D37A0}"/>
          </ac:spMkLst>
        </pc:spChg>
        <pc:spChg chg="mod">
          <ac:chgData name="Yi Huang" userId="707ec5a3-b5d3-4ba2-909f-6e55d916666b" providerId="ADAL" clId="{A6A7C41F-14B7-4DFF-8D56-825525BB9D81}" dt="2024-12-08T03:07:07.865" v="944" actId="1035"/>
          <ac:spMkLst>
            <pc:docMk/>
            <pc:sldMk cId="695537244" sldId="257"/>
            <ac:spMk id="1525" creationId="{68C3E695-E1D1-40EF-21AD-F9239F0FB4E1}"/>
          </ac:spMkLst>
        </pc:spChg>
        <pc:spChg chg="del mod">
          <ac:chgData name="Yi Huang" userId="707ec5a3-b5d3-4ba2-909f-6e55d916666b" providerId="ADAL" clId="{A6A7C41F-14B7-4DFF-8D56-825525BB9D81}" dt="2024-12-08T02:00:27.987" v="102" actId="478"/>
          <ac:spMkLst>
            <pc:docMk/>
            <pc:sldMk cId="695537244" sldId="257"/>
            <ac:spMk id="1526" creationId="{5F0BC58A-B8F6-C2E4-0530-B6EA43C1C63A}"/>
          </ac:spMkLst>
        </pc:spChg>
        <pc:spChg chg="mod">
          <ac:chgData name="Yi Huang" userId="707ec5a3-b5d3-4ba2-909f-6e55d916666b" providerId="ADAL" clId="{A6A7C41F-14B7-4DFF-8D56-825525BB9D81}" dt="2024-12-08T02:52:51.092" v="765" actId="1036"/>
          <ac:spMkLst>
            <pc:docMk/>
            <pc:sldMk cId="695537244" sldId="257"/>
            <ac:spMk id="1527" creationId="{D14048C2-F6A6-8433-F7D5-67EE900B7235}"/>
          </ac:spMkLst>
        </pc:spChg>
        <pc:spChg chg="mod">
          <ac:chgData name="Yi Huang" userId="707ec5a3-b5d3-4ba2-909f-6e55d916666b" providerId="ADAL" clId="{A6A7C41F-14B7-4DFF-8D56-825525BB9D81}" dt="2024-12-08T02:52:51.092" v="765" actId="1036"/>
          <ac:spMkLst>
            <pc:docMk/>
            <pc:sldMk cId="695537244" sldId="257"/>
            <ac:spMk id="1531" creationId="{EF60E622-8EF6-A7BC-2613-A8080CBC0FF9}"/>
          </ac:spMkLst>
        </pc:spChg>
        <pc:spChg chg="mod">
          <ac:chgData name="Yi Huang" userId="707ec5a3-b5d3-4ba2-909f-6e55d916666b" providerId="ADAL" clId="{A6A7C41F-14B7-4DFF-8D56-825525BB9D81}" dt="2024-12-08T03:04:22.814" v="916" actId="1038"/>
          <ac:spMkLst>
            <pc:docMk/>
            <pc:sldMk cId="695537244" sldId="257"/>
            <ac:spMk id="1532" creationId="{68CE1ECF-52CC-E62B-7E3B-B0E516788E4B}"/>
          </ac:spMkLst>
        </pc:spChg>
        <pc:spChg chg="mod">
          <ac:chgData name="Yi Huang" userId="707ec5a3-b5d3-4ba2-909f-6e55d916666b" providerId="ADAL" clId="{A6A7C41F-14B7-4DFF-8D56-825525BB9D81}" dt="2024-12-08T03:04:18.394" v="914" actId="1038"/>
          <ac:spMkLst>
            <pc:docMk/>
            <pc:sldMk cId="695537244" sldId="257"/>
            <ac:spMk id="1533" creationId="{C5FFD75E-95DC-9B96-3308-48A8EBFFB53B}"/>
          </ac:spMkLst>
        </pc:spChg>
        <pc:spChg chg="mod">
          <ac:chgData name="Yi Huang" userId="707ec5a3-b5d3-4ba2-909f-6e55d916666b" providerId="ADAL" clId="{A6A7C41F-14B7-4DFF-8D56-825525BB9D81}" dt="2024-12-08T03:07:07.865" v="944" actId="1035"/>
          <ac:spMkLst>
            <pc:docMk/>
            <pc:sldMk cId="695537244" sldId="257"/>
            <ac:spMk id="1542" creationId="{E9D18209-D6CD-3A61-D859-B098A951ECB5}"/>
          </ac:spMkLst>
        </pc:spChg>
        <pc:spChg chg="mod">
          <ac:chgData name="Yi Huang" userId="707ec5a3-b5d3-4ba2-909f-6e55d916666b" providerId="ADAL" clId="{A6A7C41F-14B7-4DFF-8D56-825525BB9D81}" dt="2024-12-08T03:07:07.865" v="944" actId="1035"/>
          <ac:spMkLst>
            <pc:docMk/>
            <pc:sldMk cId="695537244" sldId="257"/>
            <ac:spMk id="1551" creationId="{95F77197-EC20-1362-AD6D-8BC27F9657C1}"/>
          </ac:spMkLst>
        </pc:spChg>
        <pc:spChg chg="mod">
          <ac:chgData name="Yi Huang" userId="707ec5a3-b5d3-4ba2-909f-6e55d916666b" providerId="ADAL" clId="{A6A7C41F-14B7-4DFF-8D56-825525BB9D81}" dt="2024-12-08T03:07:07.865" v="944" actId="1035"/>
          <ac:spMkLst>
            <pc:docMk/>
            <pc:sldMk cId="695537244" sldId="257"/>
            <ac:spMk id="1552" creationId="{8C7DF6A8-99C0-816A-94AB-A257305B0911}"/>
          </ac:spMkLst>
        </pc:spChg>
        <pc:spChg chg="mod">
          <ac:chgData name="Yi Huang" userId="707ec5a3-b5d3-4ba2-909f-6e55d916666b" providerId="ADAL" clId="{A6A7C41F-14B7-4DFF-8D56-825525BB9D81}" dt="2024-12-08T03:07:07.865" v="944" actId="1035"/>
          <ac:spMkLst>
            <pc:docMk/>
            <pc:sldMk cId="695537244" sldId="257"/>
            <ac:spMk id="1553" creationId="{A9D8D6BE-C33F-52D9-6203-E6C1612A776A}"/>
          </ac:spMkLst>
        </pc:spChg>
        <pc:spChg chg="add del mod">
          <ac:chgData name="Yi Huang" userId="707ec5a3-b5d3-4ba2-909f-6e55d916666b" providerId="ADAL" clId="{A6A7C41F-14B7-4DFF-8D56-825525BB9D81}" dt="2024-12-08T02:52:14.669" v="759" actId="1035"/>
          <ac:spMkLst>
            <pc:docMk/>
            <pc:sldMk cId="695537244" sldId="257"/>
            <ac:spMk id="1554" creationId="{2751A07E-8B86-72F2-2B43-3F8D61C5ABA4}"/>
          </ac:spMkLst>
        </pc:spChg>
        <pc:spChg chg="mod">
          <ac:chgData name="Yi Huang" userId="707ec5a3-b5d3-4ba2-909f-6e55d916666b" providerId="ADAL" clId="{A6A7C41F-14B7-4DFF-8D56-825525BB9D81}" dt="2024-12-08T02:52:51.092" v="765" actId="1036"/>
          <ac:spMkLst>
            <pc:docMk/>
            <pc:sldMk cId="695537244" sldId="257"/>
            <ac:spMk id="1557" creationId="{675EE808-703E-92B9-412D-661F5604AA7E}"/>
          </ac:spMkLst>
        </pc:spChg>
        <pc:spChg chg="mod">
          <ac:chgData name="Yi Huang" userId="707ec5a3-b5d3-4ba2-909f-6e55d916666b" providerId="ADAL" clId="{A6A7C41F-14B7-4DFF-8D56-825525BB9D81}" dt="2024-12-08T02:52:51.092" v="765" actId="1036"/>
          <ac:spMkLst>
            <pc:docMk/>
            <pc:sldMk cId="695537244" sldId="257"/>
            <ac:spMk id="1558" creationId="{0B3B03B1-BFA0-A4E7-BC82-B98C50C5E4C4}"/>
          </ac:spMkLst>
        </pc:spChg>
        <pc:spChg chg="mod">
          <ac:chgData name="Yi Huang" userId="707ec5a3-b5d3-4ba2-909f-6e55d916666b" providerId="ADAL" clId="{A6A7C41F-14B7-4DFF-8D56-825525BB9D81}" dt="2024-12-08T03:06:21.771" v="939" actId="1076"/>
          <ac:spMkLst>
            <pc:docMk/>
            <pc:sldMk cId="695537244" sldId="257"/>
            <ac:spMk id="1559" creationId="{64D90BA8-24BA-C24D-468C-C3465CD9E1D9}"/>
          </ac:spMkLst>
        </pc:spChg>
        <pc:spChg chg="mod">
          <ac:chgData name="Yi Huang" userId="707ec5a3-b5d3-4ba2-909f-6e55d916666b" providerId="ADAL" clId="{A6A7C41F-14B7-4DFF-8D56-825525BB9D81}" dt="2024-12-08T02:58:04.461" v="844" actId="1036"/>
          <ac:spMkLst>
            <pc:docMk/>
            <pc:sldMk cId="695537244" sldId="257"/>
            <ac:spMk id="1560" creationId="{125507DD-2574-709D-0712-CC2F099D2985}"/>
          </ac:spMkLst>
        </pc:spChg>
        <pc:spChg chg="del mod">
          <ac:chgData name="Yi Huang" userId="707ec5a3-b5d3-4ba2-909f-6e55d916666b" providerId="ADAL" clId="{A6A7C41F-14B7-4DFF-8D56-825525BB9D81}" dt="2024-12-08T02:48:13.245" v="714" actId="478"/>
          <ac:spMkLst>
            <pc:docMk/>
            <pc:sldMk cId="695537244" sldId="257"/>
            <ac:spMk id="1561" creationId="{A775E422-DF36-3625-76F2-F4F04E6F626E}"/>
          </ac:spMkLst>
        </pc:spChg>
        <pc:spChg chg="del mod">
          <ac:chgData name="Yi Huang" userId="707ec5a3-b5d3-4ba2-909f-6e55d916666b" providerId="ADAL" clId="{A6A7C41F-14B7-4DFF-8D56-825525BB9D81}" dt="2024-12-08T02:48:13.245" v="714" actId="478"/>
          <ac:spMkLst>
            <pc:docMk/>
            <pc:sldMk cId="695537244" sldId="257"/>
            <ac:spMk id="1562" creationId="{99C5C0A3-4917-2EAB-DE7C-0F271AC6A161}"/>
          </ac:spMkLst>
        </pc:spChg>
        <pc:spChg chg="mod">
          <ac:chgData name="Yi Huang" userId="707ec5a3-b5d3-4ba2-909f-6e55d916666b" providerId="ADAL" clId="{A6A7C41F-14B7-4DFF-8D56-825525BB9D81}" dt="2024-12-08T02:58:04.461" v="844" actId="1036"/>
          <ac:spMkLst>
            <pc:docMk/>
            <pc:sldMk cId="695537244" sldId="257"/>
            <ac:spMk id="1563" creationId="{685D0945-7B84-5707-CEAC-3FDDFE94455D}"/>
          </ac:spMkLst>
        </pc:spChg>
        <pc:spChg chg="del mod">
          <ac:chgData name="Yi Huang" userId="707ec5a3-b5d3-4ba2-909f-6e55d916666b" providerId="ADAL" clId="{A6A7C41F-14B7-4DFF-8D56-825525BB9D81}" dt="2024-12-08T02:48:13.245" v="714" actId="478"/>
          <ac:spMkLst>
            <pc:docMk/>
            <pc:sldMk cId="695537244" sldId="257"/>
            <ac:spMk id="1565" creationId="{45A7E707-D812-1F91-C900-D2879548902B}"/>
          </ac:spMkLst>
        </pc:spChg>
        <pc:spChg chg="mod">
          <ac:chgData name="Yi Huang" userId="707ec5a3-b5d3-4ba2-909f-6e55d916666b" providerId="ADAL" clId="{A6A7C41F-14B7-4DFF-8D56-825525BB9D81}" dt="2024-12-08T02:39:25.942" v="543" actId="20577"/>
          <ac:spMkLst>
            <pc:docMk/>
            <pc:sldMk cId="695537244" sldId="257"/>
            <ac:spMk id="1569" creationId="{E99095A8-9C70-2539-242A-54F8D6DFD4DD}"/>
          </ac:spMkLst>
        </pc:spChg>
        <pc:spChg chg="mod">
          <ac:chgData name="Yi Huang" userId="707ec5a3-b5d3-4ba2-909f-6e55d916666b" providerId="ADAL" clId="{A6A7C41F-14B7-4DFF-8D56-825525BB9D81}" dt="2024-12-08T03:01:40.035" v="846" actId="1035"/>
          <ac:spMkLst>
            <pc:docMk/>
            <pc:sldMk cId="695537244" sldId="257"/>
            <ac:spMk id="1570" creationId="{E794D468-83ED-2DE0-690A-685B24C42264}"/>
          </ac:spMkLst>
        </pc:spChg>
        <pc:spChg chg="mod">
          <ac:chgData name="Yi Huang" userId="707ec5a3-b5d3-4ba2-909f-6e55d916666b" providerId="ADAL" clId="{A6A7C41F-14B7-4DFF-8D56-825525BB9D81}" dt="2024-12-08T02:39:29.748" v="550" actId="20577"/>
          <ac:spMkLst>
            <pc:docMk/>
            <pc:sldMk cId="695537244" sldId="257"/>
            <ac:spMk id="1571" creationId="{830AF488-5FAD-31AC-BD98-A81089D96372}"/>
          </ac:spMkLst>
        </pc:spChg>
        <pc:spChg chg="add mod">
          <ac:chgData name="Yi Huang" userId="707ec5a3-b5d3-4ba2-909f-6e55d916666b" providerId="ADAL" clId="{A6A7C41F-14B7-4DFF-8D56-825525BB9D81}" dt="2024-12-08T03:03:49.057" v="908" actId="1037"/>
          <ac:spMkLst>
            <pc:docMk/>
            <pc:sldMk cId="695537244" sldId="257"/>
            <ac:spMk id="1572" creationId="{6AB0DA90-D27D-1BC9-191D-456E040FB4B8}"/>
          </ac:spMkLst>
        </pc:spChg>
        <pc:spChg chg="add mod">
          <ac:chgData name="Yi Huang" userId="707ec5a3-b5d3-4ba2-909f-6e55d916666b" providerId="ADAL" clId="{A6A7C41F-14B7-4DFF-8D56-825525BB9D81}" dt="2024-12-08T03:03:49.057" v="908" actId="1037"/>
          <ac:spMkLst>
            <pc:docMk/>
            <pc:sldMk cId="695537244" sldId="257"/>
            <ac:spMk id="1573" creationId="{C8DDDA8E-28A5-8038-E83A-BE8242855B40}"/>
          </ac:spMkLst>
        </pc:spChg>
        <pc:spChg chg="add mod">
          <ac:chgData name="Yi Huang" userId="707ec5a3-b5d3-4ba2-909f-6e55d916666b" providerId="ADAL" clId="{A6A7C41F-14B7-4DFF-8D56-825525BB9D81}" dt="2024-12-08T02:57:09.718" v="831" actId="12788"/>
          <ac:spMkLst>
            <pc:docMk/>
            <pc:sldMk cId="695537244" sldId="257"/>
            <ac:spMk id="1576" creationId="{D04D9849-A0DF-08DA-B554-F5F385CE4E4E}"/>
          </ac:spMkLst>
        </pc:spChg>
        <pc:spChg chg="mod">
          <ac:chgData name="Yi Huang" userId="707ec5a3-b5d3-4ba2-909f-6e55d916666b" providerId="ADAL" clId="{A6A7C41F-14B7-4DFF-8D56-825525BB9D81}" dt="2024-12-08T02:50:50.173" v="752" actId="165"/>
          <ac:spMkLst>
            <pc:docMk/>
            <pc:sldMk cId="695537244" sldId="257"/>
            <ac:spMk id="1580" creationId="{EED94078-268C-9AAB-2AB6-EBE39E54685A}"/>
          </ac:spMkLst>
        </pc:spChg>
        <pc:spChg chg="mod">
          <ac:chgData name="Yi Huang" userId="707ec5a3-b5d3-4ba2-909f-6e55d916666b" providerId="ADAL" clId="{A6A7C41F-14B7-4DFF-8D56-825525BB9D81}" dt="2024-12-08T02:50:50.173" v="752" actId="165"/>
          <ac:spMkLst>
            <pc:docMk/>
            <pc:sldMk cId="695537244" sldId="257"/>
            <ac:spMk id="1581" creationId="{DA4F2AB9-E863-7E85-60BA-241AACEA0AAF}"/>
          </ac:spMkLst>
        </pc:spChg>
        <pc:spChg chg="mod">
          <ac:chgData name="Yi Huang" userId="707ec5a3-b5d3-4ba2-909f-6e55d916666b" providerId="ADAL" clId="{A6A7C41F-14B7-4DFF-8D56-825525BB9D81}" dt="2024-12-08T02:50:50.173" v="752" actId="165"/>
          <ac:spMkLst>
            <pc:docMk/>
            <pc:sldMk cId="695537244" sldId="257"/>
            <ac:spMk id="1582" creationId="{1789F760-50CF-A852-EE07-119083118E54}"/>
          </ac:spMkLst>
        </pc:spChg>
        <pc:spChg chg="mod">
          <ac:chgData name="Yi Huang" userId="707ec5a3-b5d3-4ba2-909f-6e55d916666b" providerId="ADAL" clId="{A6A7C41F-14B7-4DFF-8D56-825525BB9D81}" dt="2024-12-08T02:50:50.173" v="752" actId="165"/>
          <ac:spMkLst>
            <pc:docMk/>
            <pc:sldMk cId="695537244" sldId="257"/>
            <ac:spMk id="1583" creationId="{AE6D74B3-E128-A011-960E-84C7F70F8211}"/>
          </ac:spMkLst>
        </pc:spChg>
        <pc:spChg chg="mod">
          <ac:chgData name="Yi Huang" userId="707ec5a3-b5d3-4ba2-909f-6e55d916666b" providerId="ADAL" clId="{A6A7C41F-14B7-4DFF-8D56-825525BB9D81}" dt="2024-12-08T02:50:50.173" v="752" actId="165"/>
          <ac:spMkLst>
            <pc:docMk/>
            <pc:sldMk cId="695537244" sldId="257"/>
            <ac:spMk id="1584" creationId="{1FC39276-A577-EEA5-EA49-F50973B30190}"/>
          </ac:spMkLst>
        </pc:spChg>
        <pc:spChg chg="mod">
          <ac:chgData name="Yi Huang" userId="707ec5a3-b5d3-4ba2-909f-6e55d916666b" providerId="ADAL" clId="{A6A7C41F-14B7-4DFF-8D56-825525BB9D81}" dt="2024-12-08T02:50:50.173" v="752" actId="165"/>
          <ac:spMkLst>
            <pc:docMk/>
            <pc:sldMk cId="695537244" sldId="257"/>
            <ac:spMk id="1585" creationId="{66BB96B0-632C-18EB-3BA6-2C609CB655A1}"/>
          </ac:spMkLst>
        </pc:spChg>
        <pc:spChg chg="mod">
          <ac:chgData name="Yi Huang" userId="707ec5a3-b5d3-4ba2-909f-6e55d916666b" providerId="ADAL" clId="{A6A7C41F-14B7-4DFF-8D56-825525BB9D81}" dt="2024-12-08T02:50:50.173" v="752" actId="165"/>
          <ac:spMkLst>
            <pc:docMk/>
            <pc:sldMk cId="695537244" sldId="257"/>
            <ac:spMk id="1586" creationId="{0BA640AE-BD42-6177-6ECC-5A258B3ED0F2}"/>
          </ac:spMkLst>
        </pc:spChg>
        <pc:spChg chg="mod">
          <ac:chgData name="Yi Huang" userId="707ec5a3-b5d3-4ba2-909f-6e55d916666b" providerId="ADAL" clId="{A6A7C41F-14B7-4DFF-8D56-825525BB9D81}" dt="2024-12-08T02:50:50.173" v="752" actId="165"/>
          <ac:spMkLst>
            <pc:docMk/>
            <pc:sldMk cId="695537244" sldId="257"/>
            <ac:spMk id="1587" creationId="{17186444-38B8-B2F3-2CB3-45ED0C6A1BAC}"/>
          </ac:spMkLst>
        </pc:spChg>
        <pc:spChg chg="mod">
          <ac:chgData name="Yi Huang" userId="707ec5a3-b5d3-4ba2-909f-6e55d916666b" providerId="ADAL" clId="{A6A7C41F-14B7-4DFF-8D56-825525BB9D81}" dt="2024-12-08T02:50:50.173" v="752" actId="165"/>
          <ac:spMkLst>
            <pc:docMk/>
            <pc:sldMk cId="695537244" sldId="257"/>
            <ac:spMk id="1588" creationId="{7544E229-DE94-55CA-358C-AFC44759B364}"/>
          </ac:spMkLst>
        </pc:spChg>
        <pc:spChg chg="mod">
          <ac:chgData name="Yi Huang" userId="707ec5a3-b5d3-4ba2-909f-6e55d916666b" providerId="ADAL" clId="{A6A7C41F-14B7-4DFF-8D56-825525BB9D81}" dt="2024-12-08T02:50:50.173" v="752" actId="165"/>
          <ac:spMkLst>
            <pc:docMk/>
            <pc:sldMk cId="695537244" sldId="257"/>
            <ac:spMk id="1589" creationId="{622AFC28-8852-A8F3-7E65-C7E493B8FF1B}"/>
          </ac:spMkLst>
        </pc:spChg>
        <pc:spChg chg="mod">
          <ac:chgData name="Yi Huang" userId="707ec5a3-b5d3-4ba2-909f-6e55d916666b" providerId="ADAL" clId="{A6A7C41F-14B7-4DFF-8D56-825525BB9D81}" dt="2024-12-08T02:50:50.173" v="752" actId="165"/>
          <ac:spMkLst>
            <pc:docMk/>
            <pc:sldMk cId="695537244" sldId="257"/>
            <ac:spMk id="1590" creationId="{70AA176F-E1A8-7674-84BA-96C3075CD2A8}"/>
          </ac:spMkLst>
        </pc:spChg>
        <pc:spChg chg="mod">
          <ac:chgData name="Yi Huang" userId="707ec5a3-b5d3-4ba2-909f-6e55d916666b" providerId="ADAL" clId="{A6A7C41F-14B7-4DFF-8D56-825525BB9D81}" dt="2024-12-08T02:50:50.173" v="752" actId="165"/>
          <ac:spMkLst>
            <pc:docMk/>
            <pc:sldMk cId="695537244" sldId="257"/>
            <ac:spMk id="1591" creationId="{3FFD2EFB-C2AF-112D-EA07-29B3849A1DC4}"/>
          </ac:spMkLst>
        </pc:spChg>
        <pc:spChg chg="mod">
          <ac:chgData name="Yi Huang" userId="707ec5a3-b5d3-4ba2-909f-6e55d916666b" providerId="ADAL" clId="{A6A7C41F-14B7-4DFF-8D56-825525BB9D81}" dt="2024-12-08T02:50:50.173" v="752" actId="165"/>
          <ac:spMkLst>
            <pc:docMk/>
            <pc:sldMk cId="695537244" sldId="257"/>
            <ac:spMk id="1592" creationId="{41C15241-BED3-92D3-8A9F-9F2DBB5E70C2}"/>
          </ac:spMkLst>
        </pc:spChg>
        <pc:spChg chg="mod">
          <ac:chgData name="Yi Huang" userId="707ec5a3-b5d3-4ba2-909f-6e55d916666b" providerId="ADAL" clId="{A6A7C41F-14B7-4DFF-8D56-825525BB9D81}" dt="2024-12-08T02:50:50.173" v="752" actId="165"/>
          <ac:spMkLst>
            <pc:docMk/>
            <pc:sldMk cId="695537244" sldId="257"/>
            <ac:spMk id="1593" creationId="{95EBB36C-A29F-FC2C-27BE-EC5BC07B9B6E}"/>
          </ac:spMkLst>
        </pc:spChg>
        <pc:spChg chg="mod">
          <ac:chgData name="Yi Huang" userId="707ec5a3-b5d3-4ba2-909f-6e55d916666b" providerId="ADAL" clId="{A6A7C41F-14B7-4DFF-8D56-825525BB9D81}" dt="2024-12-08T02:50:50.173" v="752" actId="165"/>
          <ac:spMkLst>
            <pc:docMk/>
            <pc:sldMk cId="695537244" sldId="257"/>
            <ac:spMk id="1594" creationId="{8FCEA46D-05BA-26A8-4A07-62AFB3993074}"/>
          </ac:spMkLst>
        </pc:spChg>
        <pc:spChg chg="mod">
          <ac:chgData name="Yi Huang" userId="707ec5a3-b5d3-4ba2-909f-6e55d916666b" providerId="ADAL" clId="{A6A7C41F-14B7-4DFF-8D56-825525BB9D81}" dt="2024-12-08T02:50:50.173" v="752" actId="165"/>
          <ac:spMkLst>
            <pc:docMk/>
            <pc:sldMk cId="695537244" sldId="257"/>
            <ac:spMk id="1595" creationId="{70DF5340-B133-4505-DB4F-19767584BE34}"/>
          </ac:spMkLst>
        </pc:spChg>
        <pc:spChg chg="mod">
          <ac:chgData name="Yi Huang" userId="707ec5a3-b5d3-4ba2-909f-6e55d916666b" providerId="ADAL" clId="{A6A7C41F-14B7-4DFF-8D56-825525BB9D81}" dt="2024-12-08T02:50:50.173" v="752" actId="165"/>
          <ac:spMkLst>
            <pc:docMk/>
            <pc:sldMk cId="695537244" sldId="257"/>
            <ac:spMk id="1596" creationId="{37B24C3A-4A73-18B2-93CB-204D0F505470}"/>
          </ac:spMkLst>
        </pc:spChg>
        <pc:spChg chg="mod">
          <ac:chgData name="Yi Huang" userId="707ec5a3-b5d3-4ba2-909f-6e55d916666b" providerId="ADAL" clId="{A6A7C41F-14B7-4DFF-8D56-825525BB9D81}" dt="2024-12-08T02:50:50.173" v="752" actId="165"/>
          <ac:spMkLst>
            <pc:docMk/>
            <pc:sldMk cId="695537244" sldId="257"/>
            <ac:spMk id="1597" creationId="{B4E4697F-A663-56E7-0F5A-F83EA19AD0FD}"/>
          </ac:spMkLst>
        </pc:spChg>
        <pc:spChg chg="mod">
          <ac:chgData name="Yi Huang" userId="707ec5a3-b5d3-4ba2-909f-6e55d916666b" providerId="ADAL" clId="{A6A7C41F-14B7-4DFF-8D56-825525BB9D81}" dt="2024-12-08T02:50:50.173" v="752" actId="165"/>
          <ac:spMkLst>
            <pc:docMk/>
            <pc:sldMk cId="695537244" sldId="257"/>
            <ac:spMk id="1598" creationId="{BC47328D-3AB4-2899-4243-DE7B629E7A08}"/>
          </ac:spMkLst>
        </pc:spChg>
        <pc:spChg chg="mod">
          <ac:chgData name="Yi Huang" userId="707ec5a3-b5d3-4ba2-909f-6e55d916666b" providerId="ADAL" clId="{A6A7C41F-14B7-4DFF-8D56-825525BB9D81}" dt="2024-12-08T02:50:50.173" v="752" actId="165"/>
          <ac:spMkLst>
            <pc:docMk/>
            <pc:sldMk cId="695537244" sldId="257"/>
            <ac:spMk id="1599" creationId="{4F47A8A0-B604-C393-AD50-BE1FE7FC66B5}"/>
          </ac:spMkLst>
        </pc:spChg>
        <pc:spChg chg="mod">
          <ac:chgData name="Yi Huang" userId="707ec5a3-b5d3-4ba2-909f-6e55d916666b" providerId="ADAL" clId="{A6A7C41F-14B7-4DFF-8D56-825525BB9D81}" dt="2024-12-08T03:06:16.897" v="938" actId="1076"/>
          <ac:spMkLst>
            <pc:docMk/>
            <pc:sldMk cId="695537244" sldId="257"/>
            <ac:spMk id="1778" creationId="{3F9B34D1-6419-926A-6E60-9404FF5B0683}"/>
          </ac:spMkLst>
        </pc:spChg>
        <pc:spChg chg="mod">
          <ac:chgData name="Yi Huang" userId="707ec5a3-b5d3-4ba2-909f-6e55d916666b" providerId="ADAL" clId="{A6A7C41F-14B7-4DFF-8D56-825525BB9D81}" dt="2024-12-08T02:52:14.669" v="759" actId="1035"/>
          <ac:spMkLst>
            <pc:docMk/>
            <pc:sldMk cId="695537244" sldId="257"/>
            <ac:spMk id="1781" creationId="{53E9294B-0C4E-3061-9371-EF9CABC13E95}"/>
          </ac:spMkLst>
        </pc:spChg>
        <pc:grpChg chg="mod">
          <ac:chgData name="Yi Huang" userId="707ec5a3-b5d3-4ba2-909f-6e55d916666b" providerId="ADAL" clId="{A6A7C41F-14B7-4DFF-8D56-825525BB9D81}" dt="2024-12-08T02:52:51.092" v="765" actId="1036"/>
          <ac:grpSpMkLst>
            <pc:docMk/>
            <pc:sldMk cId="695537244" sldId="257"/>
            <ac:grpSpMk id="15" creationId="{562201A5-2FCB-8BC5-0101-DA4C44D2DC47}"/>
          </ac:grpSpMkLst>
        </pc:grpChg>
        <pc:grpChg chg="del mod">
          <ac:chgData name="Yi Huang" userId="707ec5a3-b5d3-4ba2-909f-6e55d916666b" providerId="ADAL" clId="{A6A7C41F-14B7-4DFF-8D56-825525BB9D81}" dt="2024-12-08T02:39:14.637" v="540" actId="478"/>
          <ac:grpSpMkLst>
            <pc:docMk/>
            <pc:sldMk cId="695537244" sldId="257"/>
            <ac:grpSpMk id="16" creationId="{68D89066-F65D-7082-D94D-097ED132D3C1}"/>
          </ac:grpSpMkLst>
        </pc:grpChg>
        <pc:grpChg chg="mod">
          <ac:chgData name="Yi Huang" userId="707ec5a3-b5d3-4ba2-909f-6e55d916666b" providerId="ADAL" clId="{A6A7C41F-14B7-4DFF-8D56-825525BB9D81}" dt="2024-12-08T02:32:11.569" v="428" actId="164"/>
          <ac:grpSpMkLst>
            <pc:docMk/>
            <pc:sldMk cId="695537244" sldId="257"/>
            <ac:grpSpMk id="20" creationId="{BE372723-DCC6-0C46-3EF7-2A5DAA07B162}"/>
          </ac:grpSpMkLst>
        </pc:grpChg>
        <pc:grpChg chg="add del mod">
          <ac:chgData name="Yi Huang" userId="707ec5a3-b5d3-4ba2-909f-6e55d916666b" providerId="ADAL" clId="{A6A7C41F-14B7-4DFF-8D56-825525BB9D81}" dt="2024-12-08T02:48:13.245" v="714" actId="478"/>
          <ac:grpSpMkLst>
            <pc:docMk/>
            <pc:sldMk cId="695537244" sldId="257"/>
            <ac:grpSpMk id="24" creationId="{4C1913C3-330C-94A5-FC83-A9F8536C0B06}"/>
          </ac:grpSpMkLst>
        </pc:grpChg>
        <pc:grpChg chg="add mod">
          <ac:chgData name="Yi Huang" userId="707ec5a3-b5d3-4ba2-909f-6e55d916666b" providerId="ADAL" clId="{A6A7C41F-14B7-4DFF-8D56-825525BB9D81}" dt="2024-12-08T03:07:42.908" v="946" actId="12788"/>
          <ac:grpSpMkLst>
            <pc:docMk/>
            <pc:sldMk cId="695537244" sldId="257"/>
            <ac:grpSpMk id="29" creationId="{C092E338-DB04-C7A9-EA9F-F47370613400}"/>
          </ac:grpSpMkLst>
        </pc:grpChg>
        <pc:grpChg chg="mod">
          <ac:chgData name="Yi Huang" userId="707ec5a3-b5d3-4ba2-909f-6e55d916666b" providerId="ADAL" clId="{A6A7C41F-14B7-4DFF-8D56-825525BB9D81}" dt="2024-12-08T02:52:51.092" v="765" actId="1036"/>
          <ac:grpSpMkLst>
            <pc:docMk/>
            <pc:sldMk cId="695537244" sldId="257"/>
            <ac:grpSpMk id="44" creationId="{1560BE82-57D9-84C7-4806-3A34244497B2}"/>
          </ac:grpSpMkLst>
        </pc:grpChg>
        <pc:grpChg chg="add del mod">
          <ac:chgData name="Yi Huang" userId="707ec5a3-b5d3-4ba2-909f-6e55d916666b" providerId="ADAL" clId="{A6A7C41F-14B7-4DFF-8D56-825525BB9D81}" dt="2024-12-08T02:50:50.173" v="752" actId="165"/>
          <ac:grpSpMkLst>
            <pc:docMk/>
            <pc:sldMk cId="695537244" sldId="257"/>
            <ac:grpSpMk id="1138" creationId="{A9755903-96B4-E9CD-C752-34C4EF7B26AE}"/>
          </ac:grpSpMkLst>
        </pc:grpChg>
        <pc:grpChg chg="add mod">
          <ac:chgData name="Yi Huang" userId="707ec5a3-b5d3-4ba2-909f-6e55d916666b" providerId="ADAL" clId="{A6A7C41F-14B7-4DFF-8D56-825525BB9D81}" dt="2024-12-08T02:56:33.156" v="825" actId="1038"/>
          <ac:grpSpMkLst>
            <pc:docMk/>
            <pc:sldMk cId="695537244" sldId="257"/>
            <ac:grpSpMk id="1139" creationId="{D22E409D-28A6-4016-CFF4-EE7692BAC44B}"/>
          </ac:grpSpMkLst>
        </pc:grpChg>
        <pc:grpChg chg="mod">
          <ac:chgData name="Yi Huang" userId="707ec5a3-b5d3-4ba2-909f-6e55d916666b" providerId="ADAL" clId="{A6A7C41F-14B7-4DFF-8D56-825525BB9D81}" dt="2024-12-08T02:47:40.602" v="708" actId="1035"/>
          <ac:grpSpMkLst>
            <pc:docMk/>
            <pc:sldMk cId="695537244" sldId="257"/>
            <ac:grpSpMk id="1171" creationId="{B90BA93B-867E-3919-DC00-6B672C9862F3}"/>
          </ac:grpSpMkLst>
        </pc:grpChg>
        <pc:grpChg chg="mod">
          <ac:chgData name="Yi Huang" userId="707ec5a3-b5d3-4ba2-909f-6e55d916666b" providerId="ADAL" clId="{A6A7C41F-14B7-4DFF-8D56-825525BB9D81}" dt="2024-12-08T02:06:54.792" v="149" actId="164"/>
          <ac:grpSpMkLst>
            <pc:docMk/>
            <pc:sldMk cId="695537244" sldId="257"/>
            <ac:grpSpMk id="1534" creationId="{C36BFDB6-32C8-ABC6-A6E3-B8DC19C3CE26}"/>
          </ac:grpSpMkLst>
        </pc:grpChg>
        <pc:grpChg chg="add mod">
          <ac:chgData name="Yi Huang" userId="707ec5a3-b5d3-4ba2-909f-6e55d916666b" providerId="ADAL" clId="{A6A7C41F-14B7-4DFF-8D56-825525BB9D81}" dt="2024-12-08T02:52:51.092" v="765" actId="1036"/>
          <ac:grpSpMkLst>
            <pc:docMk/>
            <pc:sldMk cId="695537244" sldId="257"/>
            <ac:grpSpMk id="1535" creationId="{D4461226-B026-750E-13DF-277C6F3A5999}"/>
          </ac:grpSpMkLst>
        </pc:grpChg>
        <pc:grpChg chg="mod">
          <ac:chgData name="Yi Huang" userId="707ec5a3-b5d3-4ba2-909f-6e55d916666b" providerId="ADAL" clId="{A6A7C41F-14B7-4DFF-8D56-825525BB9D81}" dt="2024-12-08T03:07:07.865" v="944" actId="1035"/>
          <ac:grpSpMkLst>
            <pc:docMk/>
            <pc:sldMk cId="695537244" sldId="257"/>
            <ac:grpSpMk id="1568" creationId="{6CF70A33-BF05-1DC8-FF7B-B7F066949BAC}"/>
          </ac:grpSpMkLst>
        </pc:grpChg>
        <pc:grpChg chg="mod">
          <ac:chgData name="Yi Huang" userId="707ec5a3-b5d3-4ba2-909f-6e55d916666b" providerId="ADAL" clId="{A6A7C41F-14B7-4DFF-8D56-825525BB9D81}" dt="2024-12-08T02:32:11.569" v="428" actId="164"/>
          <ac:grpSpMkLst>
            <pc:docMk/>
            <pc:sldMk cId="695537244" sldId="257"/>
            <ac:grpSpMk id="1574" creationId="{E05FCBF7-5CD9-DF70-38BA-F3CE7E906A98}"/>
          </ac:grpSpMkLst>
        </pc:grpChg>
        <pc:grpChg chg="mod">
          <ac:chgData name="Yi Huang" userId="707ec5a3-b5d3-4ba2-909f-6e55d916666b" providerId="ADAL" clId="{A6A7C41F-14B7-4DFF-8D56-825525BB9D81}" dt="2024-12-08T02:32:11.569" v="428" actId="164"/>
          <ac:grpSpMkLst>
            <pc:docMk/>
            <pc:sldMk cId="695537244" sldId="257"/>
            <ac:grpSpMk id="1575" creationId="{E9F31D43-2095-C315-FFC3-322F6E68B23E}"/>
          </ac:grpSpMkLst>
        </pc:grpChg>
        <pc:grpChg chg="add mod topLvl">
          <ac:chgData name="Yi Huang" userId="707ec5a3-b5d3-4ba2-909f-6e55d916666b" providerId="ADAL" clId="{A6A7C41F-14B7-4DFF-8D56-825525BB9D81}" dt="2024-12-08T02:56:19.760" v="782" actId="164"/>
          <ac:grpSpMkLst>
            <pc:docMk/>
            <pc:sldMk cId="695537244" sldId="257"/>
            <ac:grpSpMk id="1579" creationId="{0AC2D205-BCBE-9123-89F7-D9AA099EE475}"/>
          </ac:grpSpMkLst>
        </pc:grpChg>
        <pc:grpChg chg="mod">
          <ac:chgData name="Yi Huang" userId="707ec5a3-b5d3-4ba2-909f-6e55d916666b" providerId="ADAL" clId="{A6A7C41F-14B7-4DFF-8D56-825525BB9D81}" dt="2024-12-08T03:07:07.865" v="944" actId="1035"/>
          <ac:grpSpMkLst>
            <pc:docMk/>
            <pc:sldMk cId="695537244" sldId="257"/>
            <ac:grpSpMk id="1613" creationId="{6B634A4E-6ABF-2EF3-FA23-335BEE3511B6}"/>
          </ac:grpSpMkLst>
        </pc:grpChg>
        <pc:graphicFrameChg chg="del mod">
          <ac:chgData name="Yi Huang" userId="707ec5a3-b5d3-4ba2-909f-6e55d916666b" providerId="ADAL" clId="{A6A7C41F-14B7-4DFF-8D56-825525BB9D81}" dt="2024-12-08T02:48:13.245" v="714" actId="478"/>
          <ac:graphicFrameMkLst>
            <pc:docMk/>
            <pc:sldMk cId="695537244" sldId="257"/>
            <ac:graphicFrameMk id="1169" creationId="{BCF7CBE6-CFE4-45E1-B021-A6A19EC453C2}"/>
          </ac:graphicFrameMkLst>
        </pc:graphicFrameChg>
        <pc:graphicFrameChg chg="mod">
          <ac:chgData name="Yi Huang" userId="707ec5a3-b5d3-4ba2-909f-6e55d916666b" providerId="ADAL" clId="{A6A7C41F-14B7-4DFF-8D56-825525BB9D81}" dt="2024-12-08T02:06:54.792" v="149" actId="164"/>
          <ac:graphicFrameMkLst>
            <pc:docMk/>
            <pc:sldMk cId="695537244" sldId="257"/>
            <ac:graphicFrameMk id="1170" creationId="{7847D315-9375-443A-A595-567F17ECA9A3}"/>
          </ac:graphicFrameMkLst>
        </pc:graphicFrameChg>
        <pc:graphicFrameChg chg="add mod">
          <ac:chgData name="Yi Huang" userId="707ec5a3-b5d3-4ba2-909f-6e55d916666b" providerId="ADAL" clId="{A6A7C41F-14B7-4DFF-8D56-825525BB9D81}" dt="2024-12-08T02:57:16.472" v="835" actId="1035"/>
          <ac:graphicFrameMkLst>
            <pc:docMk/>
            <pc:sldMk cId="695537244" sldId="257"/>
            <ac:graphicFrameMk id="1577" creationId="{78646704-2123-42FB-F32B-FADC38FE2837}"/>
          </ac:graphicFrameMkLst>
        </pc:graphicFrameChg>
        <pc:graphicFrameChg chg="add mod topLvl">
          <ac:chgData name="Yi Huang" userId="707ec5a3-b5d3-4ba2-909f-6e55d916666b" providerId="ADAL" clId="{A6A7C41F-14B7-4DFF-8D56-825525BB9D81}" dt="2024-12-08T02:56:19.760" v="782" actId="164"/>
          <ac:graphicFrameMkLst>
            <pc:docMk/>
            <pc:sldMk cId="695537244" sldId="257"/>
            <ac:graphicFrameMk id="1578" creationId="{07122066-56C9-4262-A400-A87F3F334A5E}"/>
          </ac:graphicFrameMkLst>
        </pc:graphicFrameChg>
        <pc:picChg chg="mod">
          <ac:chgData name="Yi Huang" userId="707ec5a3-b5d3-4ba2-909f-6e55d916666b" providerId="ADAL" clId="{A6A7C41F-14B7-4DFF-8D56-825525BB9D81}" dt="2024-12-08T02:43:26.775" v="616" actId="1036"/>
          <ac:picMkLst>
            <pc:docMk/>
            <pc:sldMk cId="695537244" sldId="257"/>
            <ac:picMk id="54" creationId="{68C59B88-82FB-3CBA-15E9-86E153F4E866}"/>
          </ac:picMkLst>
        </pc:picChg>
        <pc:picChg chg="mod">
          <ac:chgData name="Yi Huang" userId="707ec5a3-b5d3-4ba2-909f-6e55d916666b" providerId="ADAL" clId="{A6A7C41F-14B7-4DFF-8D56-825525BB9D81}" dt="2024-12-08T03:05:08.849" v="927" actId="1038"/>
          <ac:picMkLst>
            <pc:docMk/>
            <pc:sldMk cId="695537244" sldId="257"/>
            <ac:picMk id="1026" creationId="{B4DC73CA-6027-6F52-FEF2-58C4C3D16FB3}"/>
          </ac:picMkLst>
        </pc:picChg>
        <pc:picChg chg="mod">
          <ac:chgData name="Yi Huang" userId="707ec5a3-b5d3-4ba2-909f-6e55d916666b" providerId="ADAL" clId="{A6A7C41F-14B7-4DFF-8D56-825525BB9D81}" dt="2024-12-08T02:33:20.725" v="449" actId="1036"/>
          <ac:picMkLst>
            <pc:docMk/>
            <pc:sldMk cId="695537244" sldId="257"/>
            <ac:picMk id="1176" creationId="{AC60D170-6D04-AF92-D4FC-96E3F3B772DA}"/>
          </ac:picMkLst>
        </pc:picChg>
        <pc:picChg chg="mod">
          <ac:chgData name="Yi Huang" userId="707ec5a3-b5d3-4ba2-909f-6e55d916666b" providerId="ADAL" clId="{A6A7C41F-14B7-4DFF-8D56-825525BB9D81}" dt="2024-12-08T02:33:20.725" v="449" actId="1036"/>
          <ac:picMkLst>
            <pc:docMk/>
            <pc:sldMk cId="695537244" sldId="257"/>
            <ac:picMk id="1177" creationId="{21098AF9-9FAF-3766-04E6-40C64B5B9D3F}"/>
          </ac:picMkLst>
        </pc:picChg>
        <pc:picChg chg="mod">
          <ac:chgData name="Yi Huang" userId="707ec5a3-b5d3-4ba2-909f-6e55d916666b" providerId="ADAL" clId="{A6A7C41F-14B7-4DFF-8D56-825525BB9D81}" dt="2024-12-08T02:33:20.725" v="449" actId="1036"/>
          <ac:picMkLst>
            <pc:docMk/>
            <pc:sldMk cId="695537244" sldId="257"/>
            <ac:picMk id="1178" creationId="{8D779B01-8DF7-30FB-3220-A2CF31CED40D}"/>
          </ac:picMkLst>
        </pc:picChg>
        <pc:cxnChg chg="mod">
          <ac:chgData name="Yi Huang" userId="707ec5a3-b5d3-4ba2-909f-6e55d916666b" providerId="ADAL" clId="{A6A7C41F-14B7-4DFF-8D56-825525BB9D81}" dt="2024-12-08T02:33:43.636" v="455" actId="14100"/>
          <ac:cxnSpMkLst>
            <pc:docMk/>
            <pc:sldMk cId="695537244" sldId="257"/>
            <ac:cxnSpMk id="1181" creationId="{FD94D6CB-9353-7F7C-FEAC-C170C052F971}"/>
          </ac:cxnSpMkLst>
        </pc:cxnChg>
        <pc:cxnChg chg="mod">
          <ac:chgData name="Yi Huang" userId="707ec5a3-b5d3-4ba2-909f-6e55d916666b" providerId="ADAL" clId="{A6A7C41F-14B7-4DFF-8D56-825525BB9D81}" dt="2024-12-08T02:33:39.353" v="453" actId="14100"/>
          <ac:cxnSpMkLst>
            <pc:docMk/>
            <pc:sldMk cId="695537244" sldId="257"/>
            <ac:cxnSpMk id="1182" creationId="{55F77CA5-50BC-E321-72F6-2BCE88DA1D48}"/>
          </ac:cxnSpMkLst>
        </pc:cxnChg>
      </pc:sldChg>
      <pc:sldChg chg="add del">
        <pc:chgData name="Yi Huang" userId="707ec5a3-b5d3-4ba2-909f-6e55d916666b" providerId="ADAL" clId="{A6A7C41F-14B7-4DFF-8D56-825525BB9D81}" dt="2024-12-08T01:49:23.099" v="3" actId="47"/>
        <pc:sldMkLst>
          <pc:docMk/>
          <pc:sldMk cId="2860980164" sldId="258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umass-my.sharepoint.com/personal/qxia_umass_edu/Documents/Group_Members/Yi_Huang/Papers/HDC/hdc_nips/fig/SWvsHW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umass-my.sharepoint.com/personal/qxia_umass_edu/Documents/Group_Members/Yi_Huang/Papers/HDC/hdc_nips/fig/SWvsHW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invertIfNegative val="0"/>
          <c:dPt>
            <c:idx val="0"/>
            <c:invertIfNegative val="0"/>
            <c:bubble3D val="0"/>
            <c:spPr>
              <a:solidFill>
                <a:srgbClr val="569AD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7B6-4AD0-AFC3-7E7454646C9E}"/>
              </c:ext>
            </c:extLst>
          </c:dPt>
          <c:dPt>
            <c:idx val="1"/>
            <c:invertIfNegative val="0"/>
            <c:bubble3D val="0"/>
            <c:spPr>
              <a:solidFill>
                <a:srgbClr val="9BCAE9"/>
              </a:solidFill>
              <a:ln w="28575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7B6-4AD0-AFC3-7E7454646C9E}"/>
              </c:ext>
            </c:extLst>
          </c:dPt>
          <c:dPt>
            <c:idx val="2"/>
            <c:invertIfNegative val="0"/>
            <c:bubble3D val="0"/>
            <c:spPr>
              <a:solidFill>
                <a:srgbClr val="E9A0A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7B6-4AD0-AFC3-7E7454646C9E}"/>
              </c:ext>
            </c:extLst>
          </c:dPt>
          <c:dPt>
            <c:idx val="3"/>
            <c:invertIfNegative val="0"/>
            <c:bubble3D val="0"/>
            <c:spPr>
              <a:solidFill>
                <a:srgbClr val="DE686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77B6-4AD0-AFC3-7E7454646C9E}"/>
              </c:ext>
            </c:extLst>
          </c:dPt>
          <c:dLbls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100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errBars>
            <c:errBarType val="both"/>
            <c:errValType val="cust"/>
            <c:noEndCap val="0"/>
            <c:plus>
              <c:numRef>
                <c:f>Sheet1!$B$13:$E$13</c:f>
                <c:numCache>
                  <c:formatCode>General</c:formatCode>
                  <c:ptCount val="4"/>
                  <c:pt idx="0">
                    <c:v>0.22831162973959657</c:v>
                  </c:pt>
                  <c:pt idx="1">
                    <c:v>0.33247138074678256</c:v>
                  </c:pt>
                  <c:pt idx="2">
                    <c:v>1.046196458089288</c:v>
                  </c:pt>
                  <c:pt idx="3">
                    <c:v>1.0280029783307121</c:v>
                  </c:pt>
                </c:numCache>
              </c:numRef>
            </c:plus>
            <c:minus>
              <c:numRef>
                <c:f>Sheet1!$B$13:$E$13</c:f>
                <c:numCache>
                  <c:formatCode>General</c:formatCode>
                  <c:ptCount val="4"/>
                  <c:pt idx="0">
                    <c:v>0.22831162973959657</c:v>
                  </c:pt>
                  <c:pt idx="1">
                    <c:v>0.33247138074678256</c:v>
                  </c:pt>
                  <c:pt idx="2">
                    <c:v>1.046196458089288</c:v>
                  </c:pt>
                  <c:pt idx="3">
                    <c:v>1.0280029783307121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/>
                </a:solidFill>
                <a:round/>
              </a:ln>
              <a:effectLst/>
            </c:spPr>
          </c:errBars>
          <c:cat>
            <c:strRef>
              <c:f>Sheet1!$B$1:$E$1</c:f>
              <c:strCache>
                <c:ptCount val="4"/>
                <c:pt idx="0">
                  <c:v>SW/SW</c:v>
                </c:pt>
                <c:pt idx="1">
                  <c:v>SW/HW</c:v>
                </c:pt>
                <c:pt idx="2">
                  <c:v>HW/SW</c:v>
                </c:pt>
                <c:pt idx="3">
                  <c:v>HW/HW</c:v>
                </c:pt>
              </c:strCache>
            </c:strRef>
          </c:cat>
          <c:val>
            <c:numRef>
              <c:f>Sheet1!$B$12:$E$12</c:f>
              <c:numCache>
                <c:formatCode>General</c:formatCode>
                <c:ptCount val="4"/>
                <c:pt idx="0">
                  <c:v>96.714285714285651</c:v>
                </c:pt>
                <c:pt idx="1">
                  <c:v>96.071428571385667</c:v>
                </c:pt>
                <c:pt idx="2">
                  <c:v>91.987301587301573</c:v>
                </c:pt>
                <c:pt idx="3">
                  <c:v>90.711111111111066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7B6-4AD0-AFC3-7E7454646C9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7"/>
        <c:axId val="148853920"/>
        <c:axId val="148854880"/>
      </c:barChart>
      <c:catAx>
        <c:axId val="148853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48854880"/>
        <c:crosses val="autoZero"/>
        <c:auto val="1"/>
        <c:lblAlgn val="ctr"/>
        <c:lblOffset val="100"/>
        <c:noMultiLvlLbl val="0"/>
      </c:catAx>
      <c:valAx>
        <c:axId val="148854880"/>
        <c:scaling>
          <c:orientation val="minMax"/>
          <c:max val="100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100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/>
                  <a:t>Accuracy(%)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100" b="0" i="0" u="none" strike="noStrike" kern="1200" baseline="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1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48853920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21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512497603824886"/>
          <c:y val="4.7804381670708329E-2"/>
          <c:w val="0.88189409663292218"/>
          <c:h val="0.63676853356310237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DE6866"/>
            </a:solidFill>
            <a:ln>
              <a:noFill/>
            </a:ln>
            <a:effectLst/>
          </c:spPr>
          <c:invertIfNegative val="0"/>
          <c:dLbls>
            <c:delete val="1"/>
          </c:dLbls>
          <c:errBars>
            <c:errBarType val="both"/>
            <c:errValType val="cust"/>
            <c:noEndCap val="0"/>
            <c:plus>
              <c:numRef>
                <c:f>Sheet1!$A$39:$U$39</c:f>
                <c:numCache>
                  <c:formatCode>General</c:formatCode>
                  <c:ptCount val="21"/>
                  <c:pt idx="0">
                    <c:v>4.1013397389537118</c:v>
                  </c:pt>
                  <c:pt idx="1">
                    <c:v>4.4688220338664602</c:v>
                  </c:pt>
                  <c:pt idx="2">
                    <c:v>2.645517989373491</c:v>
                  </c:pt>
                  <c:pt idx="3">
                    <c:v>1.2746338133066626</c:v>
                  </c:pt>
                  <c:pt idx="4">
                    <c:v>0.87559503577089925</c:v>
                  </c:pt>
                  <c:pt idx="5">
                    <c:v>1.7971170328138466</c:v>
                  </c:pt>
                  <c:pt idx="6">
                    <c:v>2.8477844973259319</c:v>
                  </c:pt>
                  <c:pt idx="7">
                    <c:v>2.4366035863548046</c:v>
                  </c:pt>
                  <c:pt idx="8">
                    <c:v>2.7713258403840313</c:v>
                  </c:pt>
                  <c:pt idx="9">
                    <c:v>1.5650503877030348</c:v>
                  </c:pt>
                  <c:pt idx="10">
                    <c:v>1.1972189997378495</c:v>
                  </c:pt>
                  <c:pt idx="11">
                    <c:v>3.3754743608112192</c:v>
                  </c:pt>
                  <c:pt idx="12">
                    <c:v>2.6963624330513198</c:v>
                  </c:pt>
                  <c:pt idx="13">
                    <c:v>2.4708173286596944</c:v>
                  </c:pt>
                  <c:pt idx="14">
                    <c:v>3.9322974153747445</c:v>
                  </c:pt>
                  <c:pt idx="15">
                    <c:v>4.4499965321112844</c:v>
                  </c:pt>
                  <c:pt idx="16">
                    <c:v>2.2730302828309741</c:v>
                  </c:pt>
                  <c:pt idx="17">
                    <c:v>4.4997942339787276</c:v>
                  </c:pt>
                  <c:pt idx="18">
                    <c:v>2.2935766451462904</c:v>
                  </c:pt>
                  <c:pt idx="19">
                    <c:v>1.8355205807805777</c:v>
                  </c:pt>
                  <c:pt idx="20">
                    <c:v>3.6664983126333559</c:v>
                  </c:pt>
                </c:numCache>
              </c:numRef>
            </c:plus>
            <c:minus>
              <c:numRef>
                <c:f>Sheet1!$A$39:$U$39</c:f>
                <c:numCache>
                  <c:formatCode>General</c:formatCode>
                  <c:ptCount val="21"/>
                  <c:pt idx="0">
                    <c:v>4.1013397389537118</c:v>
                  </c:pt>
                  <c:pt idx="1">
                    <c:v>4.4688220338664602</c:v>
                  </c:pt>
                  <c:pt idx="2">
                    <c:v>2.645517989373491</c:v>
                  </c:pt>
                  <c:pt idx="3">
                    <c:v>1.2746338133066626</c:v>
                  </c:pt>
                  <c:pt idx="4">
                    <c:v>0.87559503577089925</c:v>
                  </c:pt>
                  <c:pt idx="5">
                    <c:v>1.7971170328138466</c:v>
                  </c:pt>
                  <c:pt idx="6">
                    <c:v>2.8477844973259319</c:v>
                  </c:pt>
                  <c:pt idx="7">
                    <c:v>2.4366035863548046</c:v>
                  </c:pt>
                  <c:pt idx="8">
                    <c:v>2.7713258403840313</c:v>
                  </c:pt>
                  <c:pt idx="9">
                    <c:v>1.5650503877030348</c:v>
                  </c:pt>
                  <c:pt idx="10">
                    <c:v>1.1972189997378495</c:v>
                  </c:pt>
                  <c:pt idx="11">
                    <c:v>3.3754743608112192</c:v>
                  </c:pt>
                  <c:pt idx="12">
                    <c:v>2.6963624330513198</c:v>
                  </c:pt>
                  <c:pt idx="13">
                    <c:v>2.4708173286596944</c:v>
                  </c:pt>
                  <c:pt idx="14">
                    <c:v>3.9322974153747445</c:v>
                  </c:pt>
                  <c:pt idx="15">
                    <c:v>4.4499965321112844</c:v>
                  </c:pt>
                  <c:pt idx="16">
                    <c:v>2.2730302828309741</c:v>
                  </c:pt>
                  <c:pt idx="17">
                    <c:v>4.4997942339787276</c:v>
                  </c:pt>
                  <c:pt idx="18">
                    <c:v>2.2935766451462904</c:v>
                  </c:pt>
                  <c:pt idx="19">
                    <c:v>1.8355205807805777</c:v>
                  </c:pt>
                  <c:pt idx="20">
                    <c:v>3.6664983126333559</c:v>
                  </c:pt>
                </c:numCache>
              </c:numRef>
            </c:minus>
            <c:spPr>
              <a:noFill/>
              <a:ln w="12700" cap="flat" cmpd="sng" algn="ctr">
                <a:solidFill>
                  <a:schemeClr val="tx1"/>
                </a:solidFill>
                <a:round/>
              </a:ln>
              <a:effectLst/>
            </c:spPr>
          </c:errBars>
          <c:cat>
            <c:strRef>
              <c:f>Sheet1!$A$27:$U$27</c:f>
              <c:strCache>
                <c:ptCount val="21"/>
                <c:pt idx="0">
                  <c:v>Bulgarian</c:v>
                </c:pt>
                <c:pt idx="1">
                  <c:v>Czech</c:v>
                </c:pt>
                <c:pt idx="2">
                  <c:v>Danish</c:v>
                </c:pt>
                <c:pt idx="3">
                  <c:v>German</c:v>
                </c:pt>
                <c:pt idx="4">
                  <c:v>Greek</c:v>
                </c:pt>
                <c:pt idx="5">
                  <c:v>English</c:v>
                </c:pt>
                <c:pt idx="6">
                  <c:v>Estonian</c:v>
                </c:pt>
                <c:pt idx="7">
                  <c:v>Finnish</c:v>
                </c:pt>
                <c:pt idx="8">
                  <c:v>French</c:v>
                </c:pt>
                <c:pt idx="9">
                  <c:v>Hungarian</c:v>
                </c:pt>
                <c:pt idx="10">
                  <c:v>Italian</c:v>
                </c:pt>
                <c:pt idx="11">
                  <c:v>Latvian</c:v>
                </c:pt>
                <c:pt idx="12">
                  <c:v>Lithuanian</c:v>
                </c:pt>
                <c:pt idx="13">
                  <c:v>Dutch</c:v>
                </c:pt>
                <c:pt idx="14">
                  <c:v>Polish</c:v>
                </c:pt>
                <c:pt idx="15">
                  <c:v>Portuguese</c:v>
                </c:pt>
                <c:pt idx="16">
                  <c:v>Romanian</c:v>
                </c:pt>
                <c:pt idx="17">
                  <c:v>Slovak</c:v>
                </c:pt>
                <c:pt idx="18">
                  <c:v>Slovenian</c:v>
                </c:pt>
                <c:pt idx="19">
                  <c:v>Spanish</c:v>
                </c:pt>
                <c:pt idx="20">
                  <c:v>Swedish</c:v>
                </c:pt>
              </c:strCache>
            </c:strRef>
          </c:cat>
          <c:val>
            <c:numRef>
              <c:f>Sheet1!$A$38:$U$38</c:f>
              <c:numCache>
                <c:formatCode>General</c:formatCode>
                <c:ptCount val="21"/>
                <c:pt idx="0">
                  <c:v>88.8</c:v>
                </c:pt>
                <c:pt idx="1">
                  <c:v>84.6</c:v>
                </c:pt>
                <c:pt idx="2">
                  <c:v>93.3</c:v>
                </c:pt>
                <c:pt idx="3">
                  <c:v>94.4</c:v>
                </c:pt>
                <c:pt idx="4">
                  <c:v>95.4</c:v>
                </c:pt>
                <c:pt idx="5">
                  <c:v>94.1</c:v>
                </c:pt>
                <c:pt idx="6">
                  <c:v>89</c:v>
                </c:pt>
                <c:pt idx="7">
                  <c:v>92.6</c:v>
                </c:pt>
                <c:pt idx="8">
                  <c:v>91.8</c:v>
                </c:pt>
                <c:pt idx="9">
                  <c:v>93.1</c:v>
                </c:pt>
                <c:pt idx="10">
                  <c:v>94.9</c:v>
                </c:pt>
                <c:pt idx="11">
                  <c:v>87</c:v>
                </c:pt>
                <c:pt idx="12">
                  <c:v>89.7</c:v>
                </c:pt>
                <c:pt idx="13">
                  <c:v>93.5</c:v>
                </c:pt>
                <c:pt idx="14">
                  <c:v>88.5</c:v>
                </c:pt>
                <c:pt idx="15">
                  <c:v>92</c:v>
                </c:pt>
                <c:pt idx="16">
                  <c:v>88.8</c:v>
                </c:pt>
                <c:pt idx="17">
                  <c:v>81.099999999999994</c:v>
                </c:pt>
                <c:pt idx="18">
                  <c:v>86.6</c:v>
                </c:pt>
                <c:pt idx="19">
                  <c:v>93.4</c:v>
                </c:pt>
                <c:pt idx="20">
                  <c:v>92.3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01-49DC-BB3C-922B079C6CB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25"/>
        <c:overlap val="-27"/>
        <c:axId val="1003115103"/>
        <c:axId val="1003119903"/>
      </c:barChart>
      <c:catAx>
        <c:axId val="10031151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003119903"/>
        <c:crosses val="autoZero"/>
        <c:auto val="1"/>
        <c:lblAlgn val="ctr"/>
        <c:lblOffset val="100"/>
        <c:noMultiLvlLbl val="0"/>
      </c:catAx>
      <c:valAx>
        <c:axId val="1003119903"/>
        <c:scaling>
          <c:orientation val="minMax"/>
          <c:max val="100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/>
                  <a:t>Accuracy(%)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003115103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20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>
            <a:spLocks noGrp="1" noRot="1" noChangeAspect="1"/>
          </p:cNvSpPr>
          <p:nvPr>
            <p:ph type="sldImg"/>
          </p:nvPr>
        </p:nvSpPr>
        <p:spPr>
          <a:xfrm>
            <a:off x="2343150" y="696913"/>
            <a:ext cx="2324100" cy="3486150"/>
          </a:xfrm>
          <a:prstGeom prst="rect">
            <a:avLst/>
          </a:prstGeom>
        </p:spPr>
        <p:txBody>
          <a:bodyPr lIns="93177" tIns="46589" rIns="93177" bIns="46589"/>
          <a:lstStyle/>
          <a:p>
            <a:endParaRPr/>
          </a:p>
        </p:txBody>
      </p:sp>
      <p:sp>
        <p:nvSpPr>
          <p:cNvPr id="25" name="Shape 25"/>
          <p:cNvSpPr>
            <a:spLocks noGrp="1"/>
          </p:cNvSpPr>
          <p:nvPr>
            <p:ph type="body" sz="quarter" idx="1"/>
          </p:nvPr>
        </p:nvSpPr>
        <p:spPr>
          <a:xfrm>
            <a:off x="934720" y="4415790"/>
            <a:ext cx="5140960" cy="4183380"/>
          </a:xfrm>
          <a:prstGeom prst="rect">
            <a:avLst/>
          </a:prstGeom>
        </p:spPr>
        <p:txBody>
          <a:bodyPr lIns="93177" tIns="46589" rIns="93177" bIns="46589"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633155" latinLnBrk="0">
      <a:defRPr sz="3400">
        <a:latin typeface="+mn-lt"/>
        <a:ea typeface="+mn-ea"/>
        <a:cs typeface="+mn-cs"/>
        <a:sym typeface="Calibri"/>
      </a:defRPr>
    </a:lvl1pPr>
    <a:lvl2pPr indent="228600" defTabSz="2633155" latinLnBrk="0">
      <a:defRPr sz="3400">
        <a:latin typeface="+mn-lt"/>
        <a:ea typeface="+mn-ea"/>
        <a:cs typeface="+mn-cs"/>
        <a:sym typeface="Calibri"/>
      </a:defRPr>
    </a:lvl2pPr>
    <a:lvl3pPr indent="457200" defTabSz="2633155" latinLnBrk="0">
      <a:defRPr sz="3400">
        <a:latin typeface="+mn-lt"/>
        <a:ea typeface="+mn-ea"/>
        <a:cs typeface="+mn-cs"/>
        <a:sym typeface="Calibri"/>
      </a:defRPr>
    </a:lvl3pPr>
    <a:lvl4pPr indent="685800" defTabSz="2633155" latinLnBrk="0">
      <a:defRPr sz="3400">
        <a:latin typeface="+mn-lt"/>
        <a:ea typeface="+mn-ea"/>
        <a:cs typeface="+mn-cs"/>
        <a:sym typeface="Calibri"/>
      </a:defRPr>
    </a:lvl4pPr>
    <a:lvl5pPr indent="914400" defTabSz="2633155" latinLnBrk="0">
      <a:defRPr sz="3400">
        <a:latin typeface="+mn-lt"/>
        <a:ea typeface="+mn-ea"/>
        <a:cs typeface="+mn-cs"/>
        <a:sym typeface="Calibri"/>
      </a:defRPr>
    </a:lvl5pPr>
    <a:lvl6pPr indent="1143000" defTabSz="2633155" latinLnBrk="0">
      <a:defRPr sz="3400">
        <a:latin typeface="+mn-lt"/>
        <a:ea typeface="+mn-ea"/>
        <a:cs typeface="+mn-cs"/>
        <a:sym typeface="Calibri"/>
      </a:defRPr>
    </a:lvl6pPr>
    <a:lvl7pPr indent="1371600" defTabSz="2633155" latinLnBrk="0">
      <a:defRPr sz="3400">
        <a:latin typeface="+mn-lt"/>
        <a:ea typeface="+mn-ea"/>
        <a:cs typeface="+mn-cs"/>
        <a:sym typeface="Calibri"/>
      </a:defRPr>
    </a:lvl7pPr>
    <a:lvl8pPr indent="1600200" defTabSz="2633155" latinLnBrk="0">
      <a:defRPr sz="3400">
        <a:latin typeface="+mn-lt"/>
        <a:ea typeface="+mn-ea"/>
        <a:cs typeface="+mn-cs"/>
        <a:sym typeface="Calibri"/>
      </a:defRPr>
    </a:lvl8pPr>
    <a:lvl9pPr indent="1828800" defTabSz="2633155" latinLnBrk="0">
      <a:defRPr sz="34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43150" y="696913"/>
            <a:ext cx="23241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898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B 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097280" y="441961"/>
            <a:ext cx="19751041" cy="7239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097280" y="7680961"/>
            <a:ext cx="19751041" cy="252374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5452608" y="30371980"/>
            <a:ext cx="275073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/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731556" marR="0" indent="-731556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2319804" marR="0" indent="-856691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3943547" marR="0" indent="-1017321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5531594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6994707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8457820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9920933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11384047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12847160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326532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653064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979596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306128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1632661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1959193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2285725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2612257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18" Type="http://schemas.openxmlformats.org/officeDocument/2006/relationships/chart" Target="../charts/chart1.xml"/><Relationship Id="rId3" Type="http://schemas.openxmlformats.org/officeDocument/2006/relationships/image" Target="../media/image1.png"/><Relationship Id="rId7" Type="http://schemas.openxmlformats.org/officeDocument/2006/relationships/image" Target="../media/image5.emf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svg"/><Relationship Id="rId5" Type="http://schemas.openxmlformats.org/officeDocument/2006/relationships/image" Target="../media/image3.emf"/><Relationship Id="rId15" Type="http://schemas.openxmlformats.org/officeDocument/2006/relationships/image" Target="../media/image13.svg"/><Relationship Id="rId10" Type="http://schemas.openxmlformats.org/officeDocument/2006/relationships/image" Target="../media/image8.png"/><Relationship Id="rId19" Type="http://schemas.openxmlformats.org/officeDocument/2006/relationships/chart" Target="../charts/chart2.xml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646C3-2B18-706E-2999-BD8F9CC6C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24B7067-9189-F15F-D073-EDE74F20B979}"/>
              </a:ext>
            </a:extLst>
          </p:cNvPr>
          <p:cNvSpPr/>
          <p:nvPr/>
        </p:nvSpPr>
        <p:spPr>
          <a:xfrm>
            <a:off x="10851809" y="18222514"/>
            <a:ext cx="1344644" cy="617917"/>
          </a:xfrm>
          <a:prstGeom prst="roundRect">
            <a:avLst>
              <a:gd name="adj" fmla="val 5499"/>
            </a:avLst>
          </a:prstGeom>
          <a:solidFill>
            <a:schemeClr val="bg1">
              <a:lumMod val="95000"/>
            </a:schemeClr>
          </a:solidFill>
          <a:ln w="25400">
            <a:solidFill>
              <a:srgbClr val="569AD0">
                <a:alpha val="30000"/>
              </a:srgb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00">
              <a:solidFill>
                <a:srgbClr val="569AD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6A1FB7E-153B-49B9-7D6E-4FF663B44A77}"/>
              </a:ext>
            </a:extLst>
          </p:cNvPr>
          <p:cNvSpPr/>
          <p:nvPr/>
        </p:nvSpPr>
        <p:spPr>
          <a:xfrm>
            <a:off x="3703066" y="17699356"/>
            <a:ext cx="5844980" cy="1998047"/>
          </a:xfrm>
          <a:prstGeom prst="roundRect">
            <a:avLst>
              <a:gd name="adj" fmla="val 5499"/>
            </a:avLst>
          </a:prstGeom>
          <a:solidFill>
            <a:schemeClr val="bg1">
              <a:lumMod val="95000"/>
            </a:schemeClr>
          </a:solidFill>
          <a:ln w="25400">
            <a:solidFill>
              <a:srgbClr val="569AD0">
                <a:alpha val="30000"/>
              </a:srgb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00">
              <a:solidFill>
                <a:srgbClr val="569AD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35">
            <a:extLst>
              <a:ext uri="{FF2B5EF4-FFF2-40B4-BE49-F238E27FC236}">
                <a16:creationId xmlns:a16="http://schemas.microsoft.com/office/drawing/2014/main" id="{4C8E79D4-1EEA-9842-0DBA-D0C4B77FC849}"/>
              </a:ext>
            </a:extLst>
          </p:cNvPr>
          <p:cNvSpPr txBox="1"/>
          <p:nvPr/>
        </p:nvSpPr>
        <p:spPr>
          <a:xfrm>
            <a:off x="368253" y="318584"/>
            <a:ext cx="17275979" cy="1785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5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dirty="0"/>
              <a:t>Hardware-Algorithm Co-Design for Hyperdimensional Computing Based on Memristive System-on-Chip</a:t>
            </a:r>
          </a:p>
        </p:txBody>
      </p:sp>
      <p:sp>
        <p:nvSpPr>
          <p:cNvPr id="50" name="TextBox 37">
            <a:extLst>
              <a:ext uri="{FF2B5EF4-FFF2-40B4-BE49-F238E27FC236}">
                <a16:creationId xmlns:a16="http://schemas.microsoft.com/office/drawing/2014/main" id="{1EE7782E-422C-9EB2-6FD4-E8B23D89BCC8}"/>
              </a:ext>
            </a:extLst>
          </p:cNvPr>
          <p:cNvSpPr txBox="1"/>
          <p:nvPr/>
        </p:nvSpPr>
        <p:spPr>
          <a:xfrm>
            <a:off x="1347160" y="2156450"/>
            <a:ext cx="13558571" cy="1066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algn="ctr">
              <a:lnSpc>
                <a:spcPct val="120000"/>
              </a:lnSpc>
              <a:spcBef>
                <a:spcPts val="1000"/>
              </a:spcBef>
              <a:defRPr sz="2100">
                <a:latin typeface="Arial"/>
                <a:ea typeface="Arial"/>
                <a:cs typeface="Arial"/>
                <a:sym typeface="Arial"/>
              </a:defRPr>
            </a:pPr>
            <a:r>
              <a:rPr lang="en-US" sz="2400" dirty="0"/>
              <a:t>Yi Huang, Alireza Jaberi Rad, Qiangfei Xia (qxia@umass.edu)</a:t>
            </a:r>
          </a:p>
          <a:p>
            <a:pPr algn="ctr">
              <a:lnSpc>
                <a:spcPct val="120000"/>
              </a:lnSpc>
              <a:spcBef>
                <a:spcPts val="1000"/>
              </a:spcBef>
              <a:defRPr sz="2100">
                <a:latin typeface="Arial"/>
                <a:ea typeface="Arial"/>
                <a:cs typeface="Arial"/>
                <a:sym typeface="Arial"/>
              </a:defRPr>
            </a:pPr>
            <a:r>
              <a:rPr lang="en-US" sz="2400" dirty="0"/>
              <a:t>Department of Electrical and Computer Engineering, University of Massachusetts Amherst</a:t>
            </a:r>
          </a:p>
        </p:txBody>
      </p:sp>
      <p:pic>
        <p:nvPicPr>
          <p:cNvPr id="54" name="neurips_logo.pdf" descr="neurips_logo.pdf">
            <a:extLst>
              <a:ext uri="{FF2B5EF4-FFF2-40B4-BE49-F238E27FC236}">
                <a16:creationId xmlns:a16="http://schemas.microsoft.com/office/drawing/2014/main" id="{68C59B88-82FB-3CBA-15E9-86E153F4E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95299" y="1349361"/>
            <a:ext cx="3964099" cy="178384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6" name="Picture 2" descr="The University of Massachusetts Amherst Seal">
            <a:extLst>
              <a:ext uri="{FF2B5EF4-FFF2-40B4-BE49-F238E27FC236}">
                <a16:creationId xmlns:a16="http://schemas.microsoft.com/office/drawing/2014/main" id="{B4DC73CA-6027-6F52-FEF2-58C4C3D16F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46699" y="1367820"/>
            <a:ext cx="1746926" cy="1746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1560BE82-57D9-84C7-4806-3A34244497B2}"/>
              </a:ext>
            </a:extLst>
          </p:cNvPr>
          <p:cNvGrpSpPr/>
          <p:nvPr/>
        </p:nvGrpSpPr>
        <p:grpSpPr>
          <a:xfrm>
            <a:off x="824393" y="17701088"/>
            <a:ext cx="12864783" cy="5692292"/>
            <a:chOff x="18913653" y="4375035"/>
            <a:chExt cx="12864783" cy="5692292"/>
          </a:xfrm>
        </p:grpSpPr>
        <p:sp>
          <p:nvSpPr>
            <p:cNvPr id="1082" name="Arrow: Right 1081">
              <a:extLst>
                <a:ext uri="{FF2B5EF4-FFF2-40B4-BE49-F238E27FC236}">
                  <a16:creationId xmlns:a16="http://schemas.microsoft.com/office/drawing/2014/main" id="{1F3DD9CA-9159-388A-826E-C585385D6BB6}"/>
                </a:ext>
              </a:extLst>
            </p:cNvPr>
            <p:cNvSpPr/>
            <p:nvPr/>
          </p:nvSpPr>
          <p:spPr>
            <a:xfrm>
              <a:off x="20517857" y="6272815"/>
              <a:ext cx="318008" cy="202676"/>
            </a:xfrm>
            <a:prstGeom prst="rightArrow">
              <a:avLst>
                <a:gd name="adj1" fmla="val 41321"/>
                <a:gd name="adj2" fmla="val 54261"/>
              </a:avLst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/>
            </a:p>
          </p:txBody>
        </p:sp>
        <p:grpSp>
          <p:nvGrpSpPr>
            <p:cNvPr id="1083" name="Group 1082">
              <a:extLst>
                <a:ext uri="{FF2B5EF4-FFF2-40B4-BE49-F238E27FC236}">
                  <a16:creationId xmlns:a16="http://schemas.microsoft.com/office/drawing/2014/main" id="{FAC12452-8322-3FA5-2749-6733B810E8DF}"/>
                </a:ext>
              </a:extLst>
            </p:cNvPr>
            <p:cNvGrpSpPr/>
            <p:nvPr/>
          </p:nvGrpSpPr>
          <p:grpSpPr>
            <a:xfrm>
              <a:off x="21762340" y="4375035"/>
              <a:ext cx="1313023" cy="2024700"/>
              <a:chOff x="21660740" y="4375035"/>
              <a:chExt cx="1313023" cy="2024700"/>
            </a:xfrm>
          </p:grpSpPr>
          <p:grpSp>
            <p:nvGrpSpPr>
              <p:cNvPr id="1137" name="Group 1136">
                <a:extLst>
                  <a:ext uri="{FF2B5EF4-FFF2-40B4-BE49-F238E27FC236}">
                    <a16:creationId xmlns:a16="http://schemas.microsoft.com/office/drawing/2014/main" id="{053A1212-134D-E52A-D149-16FCFE7CBD42}"/>
                  </a:ext>
                </a:extLst>
              </p:cNvPr>
              <p:cNvGrpSpPr/>
              <p:nvPr/>
            </p:nvGrpSpPr>
            <p:grpSpPr>
              <a:xfrm>
                <a:off x="21660740" y="4382783"/>
                <a:ext cx="714408" cy="2016952"/>
                <a:chOff x="1399809" y="153809"/>
                <a:chExt cx="258903" cy="906132"/>
              </a:xfrm>
            </p:grpSpPr>
            <p:sp>
              <p:nvSpPr>
                <p:cNvPr id="1607" name="TextBox 1606">
                  <a:extLst>
                    <a:ext uri="{FF2B5EF4-FFF2-40B4-BE49-F238E27FC236}">
                      <a16:creationId xmlns:a16="http://schemas.microsoft.com/office/drawing/2014/main" id="{0B7A36EA-9965-109C-5632-3B64D5CC6075}"/>
                    </a:ext>
                  </a:extLst>
                </p:cNvPr>
                <p:cNvSpPr txBox="1"/>
                <p:nvPr/>
              </p:nvSpPr>
              <p:spPr>
                <a:xfrm>
                  <a:off x="1441600" y="153809"/>
                  <a:ext cx="217112" cy="18666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100">
                      <a:solidFill>
                        <a:srgbClr val="469434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</a:t>
                  </a:r>
                </a:p>
              </p:txBody>
            </p:sp>
            <p:sp>
              <p:nvSpPr>
                <p:cNvPr id="1608" name="TextBox 1607">
                  <a:extLst>
                    <a:ext uri="{FF2B5EF4-FFF2-40B4-BE49-F238E27FC236}">
                      <a16:creationId xmlns:a16="http://schemas.microsoft.com/office/drawing/2014/main" id="{B5433608-422F-6B27-F0FB-0232B9DD7B7A}"/>
                    </a:ext>
                  </a:extLst>
                </p:cNvPr>
                <p:cNvSpPr txBox="1"/>
                <p:nvPr/>
              </p:nvSpPr>
              <p:spPr>
                <a:xfrm>
                  <a:off x="1441600" y="297369"/>
                  <a:ext cx="217112" cy="18666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100">
                      <a:solidFill>
                        <a:srgbClr val="CD9F2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1609" name="TextBox 1608">
                  <a:extLst>
                    <a:ext uri="{FF2B5EF4-FFF2-40B4-BE49-F238E27FC236}">
                      <a16:creationId xmlns:a16="http://schemas.microsoft.com/office/drawing/2014/main" id="{423DE4B6-9EB4-192A-78BD-790B13128E42}"/>
                    </a:ext>
                  </a:extLst>
                </p:cNvPr>
                <p:cNvSpPr txBox="1"/>
                <p:nvPr/>
              </p:nvSpPr>
              <p:spPr>
                <a:xfrm>
                  <a:off x="1441600" y="440929"/>
                  <a:ext cx="217112" cy="18666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100">
                      <a:solidFill>
                        <a:srgbClr val="CD9F2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1610" name="TextBox 1609">
                  <a:extLst>
                    <a:ext uri="{FF2B5EF4-FFF2-40B4-BE49-F238E27FC236}">
                      <a16:creationId xmlns:a16="http://schemas.microsoft.com/office/drawing/2014/main" id="{409F274E-A030-7D4F-8E35-977A9B08D642}"/>
                    </a:ext>
                  </a:extLst>
                </p:cNvPr>
                <p:cNvSpPr txBox="1"/>
                <p:nvPr/>
              </p:nvSpPr>
              <p:spPr>
                <a:xfrm>
                  <a:off x="1441600" y="873275"/>
                  <a:ext cx="217112" cy="18666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100">
                      <a:solidFill>
                        <a:srgbClr val="CD9F2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1611" name="TextBox 1610">
                  <a:extLst>
                    <a:ext uri="{FF2B5EF4-FFF2-40B4-BE49-F238E27FC236}">
                      <a16:creationId xmlns:a16="http://schemas.microsoft.com/office/drawing/2014/main" id="{95138C3D-2015-A377-0FAD-994283F152D8}"/>
                    </a:ext>
                  </a:extLst>
                </p:cNvPr>
                <p:cNvSpPr txBox="1"/>
                <p:nvPr/>
              </p:nvSpPr>
              <p:spPr>
                <a:xfrm>
                  <a:off x="1441599" y="584489"/>
                  <a:ext cx="217112" cy="18666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100">
                      <a:solidFill>
                        <a:srgbClr val="469434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</a:t>
                  </a:r>
                </a:p>
              </p:txBody>
            </p:sp>
            <p:sp>
              <p:nvSpPr>
                <p:cNvPr id="1612" name="TextBox 1611">
                  <a:extLst>
                    <a:ext uri="{FF2B5EF4-FFF2-40B4-BE49-F238E27FC236}">
                      <a16:creationId xmlns:a16="http://schemas.microsoft.com/office/drawing/2014/main" id="{61B64AA5-C9F1-6BA4-DB39-DD9B54688A62}"/>
                    </a:ext>
                  </a:extLst>
                </p:cNvPr>
                <p:cNvSpPr txBox="1"/>
                <p:nvPr/>
              </p:nvSpPr>
              <p:spPr>
                <a:xfrm rot="16200000">
                  <a:off x="1366542" y="726828"/>
                  <a:ext cx="217112" cy="1505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100">
                      <a:latin typeface="Arial" panose="020B0604020202020204" pitchFamily="34" charset="0"/>
                      <a:cs typeface="Arial" panose="020B0604020202020204" pitchFamily="34" charset="0"/>
                    </a:rPr>
                    <a:t>…</a:t>
                  </a:r>
                </a:p>
              </p:txBody>
            </p:sp>
          </p:grpSp>
          <p:grpSp>
            <p:nvGrpSpPr>
              <p:cNvPr id="1140" name="Group 1139">
                <a:extLst>
                  <a:ext uri="{FF2B5EF4-FFF2-40B4-BE49-F238E27FC236}">
                    <a16:creationId xmlns:a16="http://schemas.microsoft.com/office/drawing/2014/main" id="{3DA0E22B-D57F-4608-C10B-A54A9A651FDC}"/>
                  </a:ext>
                </a:extLst>
              </p:cNvPr>
              <p:cNvGrpSpPr/>
              <p:nvPr/>
            </p:nvGrpSpPr>
            <p:grpSpPr>
              <a:xfrm>
                <a:off x="21970597" y="4375035"/>
                <a:ext cx="719996" cy="2016952"/>
                <a:chOff x="1397782" y="153809"/>
                <a:chExt cx="260928" cy="906132"/>
              </a:xfrm>
            </p:grpSpPr>
            <p:sp>
              <p:nvSpPr>
                <p:cNvPr id="1148" name="TextBox 1147">
                  <a:extLst>
                    <a:ext uri="{FF2B5EF4-FFF2-40B4-BE49-F238E27FC236}">
                      <a16:creationId xmlns:a16="http://schemas.microsoft.com/office/drawing/2014/main" id="{F3ED8B9B-9170-8ECC-9D02-EBBD831702B1}"/>
                    </a:ext>
                  </a:extLst>
                </p:cNvPr>
                <p:cNvSpPr txBox="1"/>
                <p:nvPr/>
              </p:nvSpPr>
              <p:spPr>
                <a:xfrm>
                  <a:off x="1441598" y="153809"/>
                  <a:ext cx="217112" cy="18666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100">
                      <a:solidFill>
                        <a:srgbClr val="CD9F2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1151" name="TextBox 1150">
                  <a:extLst>
                    <a:ext uri="{FF2B5EF4-FFF2-40B4-BE49-F238E27FC236}">
                      <a16:creationId xmlns:a16="http://schemas.microsoft.com/office/drawing/2014/main" id="{E9391537-3CBC-3DA4-7C2C-7BD5BE199719}"/>
                    </a:ext>
                  </a:extLst>
                </p:cNvPr>
                <p:cNvSpPr txBox="1"/>
                <p:nvPr/>
              </p:nvSpPr>
              <p:spPr>
                <a:xfrm>
                  <a:off x="1441598" y="297369"/>
                  <a:ext cx="217112" cy="18666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100">
                      <a:solidFill>
                        <a:srgbClr val="CD9F2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1603" name="TextBox 1602">
                  <a:extLst>
                    <a:ext uri="{FF2B5EF4-FFF2-40B4-BE49-F238E27FC236}">
                      <a16:creationId xmlns:a16="http://schemas.microsoft.com/office/drawing/2014/main" id="{A384DBD6-1B08-8D73-8A99-987781BE13C5}"/>
                    </a:ext>
                  </a:extLst>
                </p:cNvPr>
                <p:cNvSpPr txBox="1"/>
                <p:nvPr/>
              </p:nvSpPr>
              <p:spPr>
                <a:xfrm>
                  <a:off x="1441598" y="440929"/>
                  <a:ext cx="217112" cy="18666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100">
                      <a:solidFill>
                        <a:srgbClr val="469434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</a:t>
                  </a:r>
                </a:p>
              </p:txBody>
            </p:sp>
            <p:sp>
              <p:nvSpPr>
                <p:cNvPr id="1604" name="TextBox 1603">
                  <a:extLst>
                    <a:ext uri="{FF2B5EF4-FFF2-40B4-BE49-F238E27FC236}">
                      <a16:creationId xmlns:a16="http://schemas.microsoft.com/office/drawing/2014/main" id="{97301E9A-931F-8C3E-63C7-9BFF4F7A28F5}"/>
                    </a:ext>
                  </a:extLst>
                </p:cNvPr>
                <p:cNvSpPr txBox="1"/>
                <p:nvPr/>
              </p:nvSpPr>
              <p:spPr>
                <a:xfrm>
                  <a:off x="1441598" y="873275"/>
                  <a:ext cx="217112" cy="18666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100">
                      <a:solidFill>
                        <a:srgbClr val="469434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</a:t>
                  </a:r>
                </a:p>
              </p:txBody>
            </p:sp>
            <p:sp>
              <p:nvSpPr>
                <p:cNvPr id="1605" name="TextBox 1604">
                  <a:extLst>
                    <a:ext uri="{FF2B5EF4-FFF2-40B4-BE49-F238E27FC236}">
                      <a16:creationId xmlns:a16="http://schemas.microsoft.com/office/drawing/2014/main" id="{C1025B39-E3CC-4F6E-B2D1-1BF33C01FA78}"/>
                    </a:ext>
                  </a:extLst>
                </p:cNvPr>
                <p:cNvSpPr txBox="1"/>
                <p:nvPr/>
              </p:nvSpPr>
              <p:spPr>
                <a:xfrm>
                  <a:off x="1441598" y="584489"/>
                  <a:ext cx="217112" cy="18666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100">
                      <a:solidFill>
                        <a:srgbClr val="469434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</a:t>
                  </a:r>
                </a:p>
              </p:txBody>
            </p:sp>
            <p:sp>
              <p:nvSpPr>
                <p:cNvPr id="1606" name="TextBox 1605">
                  <a:extLst>
                    <a:ext uri="{FF2B5EF4-FFF2-40B4-BE49-F238E27FC236}">
                      <a16:creationId xmlns:a16="http://schemas.microsoft.com/office/drawing/2014/main" id="{86F7CE02-DD9D-ACD2-74E0-D82084DF24F6}"/>
                    </a:ext>
                  </a:extLst>
                </p:cNvPr>
                <p:cNvSpPr txBox="1"/>
                <p:nvPr/>
              </p:nvSpPr>
              <p:spPr>
                <a:xfrm rot="16200000">
                  <a:off x="1364515" y="732844"/>
                  <a:ext cx="217112" cy="1505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100">
                      <a:latin typeface="Arial" panose="020B0604020202020204" pitchFamily="34" charset="0"/>
                      <a:cs typeface="Arial" panose="020B0604020202020204" pitchFamily="34" charset="0"/>
                    </a:rPr>
                    <a:t>…</a:t>
                  </a:r>
                </a:p>
              </p:txBody>
            </p:sp>
          </p:grpSp>
          <p:grpSp>
            <p:nvGrpSpPr>
              <p:cNvPr id="1141" name="Group 1140">
                <a:extLst>
                  <a:ext uri="{FF2B5EF4-FFF2-40B4-BE49-F238E27FC236}">
                    <a16:creationId xmlns:a16="http://schemas.microsoft.com/office/drawing/2014/main" id="{3D9D6E83-7FFB-29CE-5A13-E1CFC6F13800}"/>
                  </a:ext>
                </a:extLst>
              </p:cNvPr>
              <p:cNvGrpSpPr/>
              <p:nvPr/>
            </p:nvGrpSpPr>
            <p:grpSpPr>
              <a:xfrm>
                <a:off x="22260252" y="4375035"/>
                <a:ext cx="713511" cy="2016952"/>
                <a:chOff x="1400132" y="153809"/>
                <a:chExt cx="258578" cy="906132"/>
              </a:xfrm>
            </p:grpSpPr>
            <p:sp>
              <p:nvSpPr>
                <p:cNvPr id="1142" name="TextBox 1141">
                  <a:extLst>
                    <a:ext uri="{FF2B5EF4-FFF2-40B4-BE49-F238E27FC236}">
                      <a16:creationId xmlns:a16="http://schemas.microsoft.com/office/drawing/2014/main" id="{9F572854-CA3D-5E5B-852C-20202C1516A4}"/>
                    </a:ext>
                  </a:extLst>
                </p:cNvPr>
                <p:cNvSpPr txBox="1"/>
                <p:nvPr/>
              </p:nvSpPr>
              <p:spPr>
                <a:xfrm>
                  <a:off x="1441598" y="153809"/>
                  <a:ext cx="217112" cy="18666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100">
                      <a:solidFill>
                        <a:srgbClr val="00B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</a:t>
                  </a:r>
                </a:p>
              </p:txBody>
            </p:sp>
            <p:sp>
              <p:nvSpPr>
                <p:cNvPr id="1143" name="TextBox 1142">
                  <a:extLst>
                    <a:ext uri="{FF2B5EF4-FFF2-40B4-BE49-F238E27FC236}">
                      <a16:creationId xmlns:a16="http://schemas.microsoft.com/office/drawing/2014/main" id="{4F43FBC6-5A56-EF0A-BEFE-DAD7A93DEF1B}"/>
                    </a:ext>
                  </a:extLst>
                </p:cNvPr>
                <p:cNvSpPr txBox="1"/>
                <p:nvPr/>
              </p:nvSpPr>
              <p:spPr>
                <a:xfrm>
                  <a:off x="1441598" y="297369"/>
                  <a:ext cx="217112" cy="18666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100">
                      <a:solidFill>
                        <a:srgbClr val="CD9F2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1144" name="TextBox 1143">
                  <a:extLst>
                    <a:ext uri="{FF2B5EF4-FFF2-40B4-BE49-F238E27FC236}">
                      <a16:creationId xmlns:a16="http://schemas.microsoft.com/office/drawing/2014/main" id="{33AE680A-69FE-D857-7487-DA6A41F62587}"/>
                    </a:ext>
                  </a:extLst>
                </p:cNvPr>
                <p:cNvSpPr txBox="1"/>
                <p:nvPr/>
              </p:nvSpPr>
              <p:spPr>
                <a:xfrm>
                  <a:off x="1441598" y="440929"/>
                  <a:ext cx="217112" cy="18666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100">
                      <a:solidFill>
                        <a:srgbClr val="469434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</a:t>
                  </a:r>
                </a:p>
              </p:txBody>
            </p:sp>
            <p:sp>
              <p:nvSpPr>
                <p:cNvPr id="1145" name="TextBox 1144">
                  <a:extLst>
                    <a:ext uri="{FF2B5EF4-FFF2-40B4-BE49-F238E27FC236}">
                      <a16:creationId xmlns:a16="http://schemas.microsoft.com/office/drawing/2014/main" id="{5F07C5E7-0186-31AC-1709-019FCF49E9FE}"/>
                    </a:ext>
                  </a:extLst>
                </p:cNvPr>
                <p:cNvSpPr txBox="1"/>
                <p:nvPr/>
              </p:nvSpPr>
              <p:spPr>
                <a:xfrm>
                  <a:off x="1441598" y="873275"/>
                  <a:ext cx="217112" cy="18666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100">
                      <a:solidFill>
                        <a:srgbClr val="CD9F2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1146" name="TextBox 1145">
                  <a:extLst>
                    <a:ext uri="{FF2B5EF4-FFF2-40B4-BE49-F238E27FC236}">
                      <a16:creationId xmlns:a16="http://schemas.microsoft.com/office/drawing/2014/main" id="{75FE547C-0DB0-ED91-BA6A-77B9EFAD3923}"/>
                    </a:ext>
                  </a:extLst>
                </p:cNvPr>
                <p:cNvSpPr txBox="1"/>
                <p:nvPr/>
              </p:nvSpPr>
              <p:spPr>
                <a:xfrm>
                  <a:off x="1441598" y="584489"/>
                  <a:ext cx="217112" cy="18666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100">
                      <a:solidFill>
                        <a:srgbClr val="CD9F2D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1147" name="TextBox 1146">
                  <a:extLst>
                    <a:ext uri="{FF2B5EF4-FFF2-40B4-BE49-F238E27FC236}">
                      <a16:creationId xmlns:a16="http://schemas.microsoft.com/office/drawing/2014/main" id="{5B6D204C-C338-D75C-65AF-84D1A3D52E6E}"/>
                    </a:ext>
                  </a:extLst>
                </p:cNvPr>
                <p:cNvSpPr txBox="1"/>
                <p:nvPr/>
              </p:nvSpPr>
              <p:spPr>
                <a:xfrm rot="16200000">
                  <a:off x="1366865" y="732844"/>
                  <a:ext cx="217112" cy="1505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100">
                      <a:latin typeface="Arial" panose="020B0604020202020204" pitchFamily="34" charset="0"/>
                      <a:cs typeface="Arial" panose="020B0604020202020204" pitchFamily="34" charset="0"/>
                    </a:rPr>
                    <a:t>…</a:t>
                  </a:r>
                </a:p>
              </p:txBody>
            </p:sp>
          </p:grpSp>
        </p:grpSp>
        <p:sp>
          <p:nvSpPr>
            <p:cNvPr id="1084" name="Arrow: Bent 1083">
              <a:extLst>
                <a:ext uri="{FF2B5EF4-FFF2-40B4-BE49-F238E27FC236}">
                  <a16:creationId xmlns:a16="http://schemas.microsoft.com/office/drawing/2014/main" id="{CF95B24C-A760-60CD-623D-39840F135141}"/>
                </a:ext>
              </a:extLst>
            </p:cNvPr>
            <p:cNvSpPr/>
            <p:nvPr/>
          </p:nvSpPr>
          <p:spPr>
            <a:xfrm>
              <a:off x="21062440" y="5100780"/>
              <a:ext cx="596843" cy="556784"/>
            </a:xfrm>
            <a:prstGeom prst="bentArrow">
              <a:avLst>
                <a:gd name="adj1" fmla="val 19827"/>
                <a:gd name="adj2" fmla="val 23965"/>
                <a:gd name="adj3" fmla="val 25836"/>
                <a:gd name="adj4" fmla="val 36506"/>
              </a:avLst>
            </a:prstGeom>
            <a:noFill/>
            <a:ln w="9525">
              <a:solidFill>
                <a:srgbClr val="569A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>
                <a:solidFill>
                  <a:srgbClr val="569AD0"/>
                </a:solidFill>
              </a:endParaRPr>
            </a:p>
          </p:txBody>
        </p:sp>
        <p:sp>
          <p:nvSpPr>
            <p:cNvPr id="1085" name="Arrow: Bent 1084">
              <a:extLst>
                <a:ext uri="{FF2B5EF4-FFF2-40B4-BE49-F238E27FC236}">
                  <a16:creationId xmlns:a16="http://schemas.microsoft.com/office/drawing/2014/main" id="{15B68E9B-5A81-3BD7-FA19-FCCC30CEF978}"/>
                </a:ext>
              </a:extLst>
            </p:cNvPr>
            <p:cNvSpPr/>
            <p:nvPr/>
          </p:nvSpPr>
          <p:spPr>
            <a:xfrm flipV="1">
              <a:off x="21065513" y="7126876"/>
              <a:ext cx="596843" cy="1276698"/>
            </a:xfrm>
            <a:prstGeom prst="bentArrow">
              <a:avLst>
                <a:gd name="adj1" fmla="val 19827"/>
                <a:gd name="adj2" fmla="val 23965"/>
                <a:gd name="adj3" fmla="val 24801"/>
                <a:gd name="adj4" fmla="val 36506"/>
              </a:avLst>
            </a:prstGeom>
            <a:noFill/>
            <a:ln w="9525">
              <a:solidFill>
                <a:srgbClr val="DE686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>
                <a:solidFill>
                  <a:srgbClr val="569AD0"/>
                </a:solidFill>
              </a:endParaRPr>
            </a:p>
          </p:txBody>
        </p:sp>
        <p:sp>
          <p:nvSpPr>
            <p:cNvPr id="1086" name="Arrow: Right 1085">
              <a:extLst>
                <a:ext uri="{FF2B5EF4-FFF2-40B4-BE49-F238E27FC236}">
                  <a16:creationId xmlns:a16="http://schemas.microsoft.com/office/drawing/2014/main" id="{B1897F46-04A4-6ED5-DF0B-BF90D6A2BDF2}"/>
                </a:ext>
              </a:extLst>
            </p:cNvPr>
            <p:cNvSpPr/>
            <p:nvPr/>
          </p:nvSpPr>
          <p:spPr>
            <a:xfrm>
              <a:off x="25484204" y="5082883"/>
              <a:ext cx="318008" cy="235229"/>
            </a:xfrm>
            <a:prstGeom prst="rightArrow">
              <a:avLst>
                <a:gd name="adj1" fmla="val 41321"/>
                <a:gd name="adj2" fmla="val 52171"/>
              </a:avLst>
            </a:prstGeom>
            <a:noFill/>
            <a:ln w="9525">
              <a:solidFill>
                <a:srgbClr val="569A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/>
            </a:p>
          </p:txBody>
        </p:sp>
        <p:sp>
          <p:nvSpPr>
            <p:cNvPr id="1087" name="Arrow: Bent 1086">
              <a:extLst>
                <a:ext uri="{FF2B5EF4-FFF2-40B4-BE49-F238E27FC236}">
                  <a16:creationId xmlns:a16="http://schemas.microsoft.com/office/drawing/2014/main" id="{A103E7B3-64EC-5FC3-6C15-2E37FD5F6D84}"/>
                </a:ext>
              </a:extLst>
            </p:cNvPr>
            <p:cNvSpPr/>
            <p:nvPr/>
          </p:nvSpPr>
          <p:spPr>
            <a:xfrm>
              <a:off x="30026092" y="6030706"/>
              <a:ext cx="787185" cy="1044936"/>
            </a:xfrm>
            <a:prstGeom prst="bentArrow">
              <a:avLst>
                <a:gd name="adj1" fmla="val 14448"/>
                <a:gd name="adj2" fmla="val 15897"/>
                <a:gd name="adj3" fmla="val 20283"/>
                <a:gd name="adj4" fmla="val 31671"/>
              </a:avLst>
            </a:prstGeom>
            <a:noFill/>
            <a:ln w="9525">
              <a:solidFill>
                <a:srgbClr val="DE686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>
                <a:solidFill>
                  <a:srgbClr val="569AD0"/>
                </a:solidFill>
              </a:endParaRPr>
            </a:p>
          </p:txBody>
        </p:sp>
        <p:sp>
          <p:nvSpPr>
            <p:cNvPr id="1472" name="Arrow: Right 1471">
              <a:extLst>
                <a:ext uri="{FF2B5EF4-FFF2-40B4-BE49-F238E27FC236}">
                  <a16:creationId xmlns:a16="http://schemas.microsoft.com/office/drawing/2014/main" id="{9CDDF1F6-6ED7-C377-23CF-10B88EC8D1A5}"/>
                </a:ext>
              </a:extLst>
            </p:cNvPr>
            <p:cNvSpPr/>
            <p:nvPr/>
          </p:nvSpPr>
          <p:spPr>
            <a:xfrm>
              <a:off x="22855122" y="5090263"/>
              <a:ext cx="318008" cy="235229"/>
            </a:xfrm>
            <a:prstGeom prst="rightArrow">
              <a:avLst>
                <a:gd name="adj1" fmla="val 41321"/>
                <a:gd name="adj2" fmla="val 52171"/>
              </a:avLst>
            </a:prstGeom>
            <a:noFill/>
            <a:ln w="9525">
              <a:solidFill>
                <a:srgbClr val="569A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/>
            </a:p>
          </p:txBody>
        </p:sp>
        <p:sp>
          <p:nvSpPr>
            <p:cNvPr id="1473" name="Rectangle: Rounded Corners 1472">
              <a:extLst>
                <a:ext uri="{FF2B5EF4-FFF2-40B4-BE49-F238E27FC236}">
                  <a16:creationId xmlns:a16="http://schemas.microsoft.com/office/drawing/2014/main" id="{2C1013AE-F12F-A5BC-01DA-0970F793FEE0}"/>
                </a:ext>
              </a:extLst>
            </p:cNvPr>
            <p:cNvSpPr/>
            <p:nvPr/>
          </p:nvSpPr>
          <p:spPr>
            <a:xfrm rot="16200000">
              <a:off x="20475965" y="6156798"/>
              <a:ext cx="1291722" cy="465032"/>
            </a:xfrm>
            <a:prstGeom prst="roundRect">
              <a:avLst>
                <a:gd name="adj" fmla="val 11493"/>
              </a:avLst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Mapping</a:t>
              </a:r>
            </a:p>
          </p:txBody>
        </p:sp>
        <p:sp>
          <p:nvSpPr>
            <p:cNvPr id="1474" name="Rectangle: Rounded Corners 1473">
              <a:extLst>
                <a:ext uri="{FF2B5EF4-FFF2-40B4-BE49-F238E27FC236}">
                  <a16:creationId xmlns:a16="http://schemas.microsoft.com/office/drawing/2014/main" id="{9ADA64DC-6878-D60E-CBED-601031A5B1F9}"/>
                </a:ext>
              </a:extLst>
            </p:cNvPr>
            <p:cNvSpPr/>
            <p:nvPr/>
          </p:nvSpPr>
          <p:spPr>
            <a:xfrm rot="16200000">
              <a:off x="30405576" y="5284830"/>
              <a:ext cx="1815441" cy="729381"/>
            </a:xfrm>
            <a:prstGeom prst="roundRect">
              <a:avLst>
                <a:gd name="adj" fmla="val 11493"/>
              </a:avLst>
            </a:prstGeom>
            <a:noFill/>
            <a:ln w="9525">
              <a:solidFill>
                <a:schemeClr val="tx1">
                  <a:lumMod val="50000"/>
                  <a:lumOff val="5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Classification results</a:t>
              </a:r>
            </a:p>
          </p:txBody>
        </p:sp>
        <p:sp>
          <p:nvSpPr>
            <p:cNvPr id="1475" name="Arrow: Right 1474">
              <a:extLst>
                <a:ext uri="{FF2B5EF4-FFF2-40B4-BE49-F238E27FC236}">
                  <a16:creationId xmlns:a16="http://schemas.microsoft.com/office/drawing/2014/main" id="{0A43D89A-EAD9-2134-B31D-F71DA6DD9B92}"/>
                </a:ext>
              </a:extLst>
            </p:cNvPr>
            <p:cNvSpPr/>
            <p:nvPr/>
          </p:nvSpPr>
          <p:spPr>
            <a:xfrm>
              <a:off x="30495269" y="5082883"/>
              <a:ext cx="318008" cy="235229"/>
            </a:xfrm>
            <a:prstGeom prst="rightArrow">
              <a:avLst>
                <a:gd name="adj1" fmla="val 41321"/>
                <a:gd name="adj2" fmla="val 52171"/>
              </a:avLst>
            </a:prstGeom>
            <a:noFill/>
            <a:ln w="9525">
              <a:solidFill>
                <a:srgbClr val="569A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/>
            </a:p>
          </p:txBody>
        </p:sp>
        <p:grpSp>
          <p:nvGrpSpPr>
            <p:cNvPr id="1476" name="Group 1475">
              <a:extLst>
                <a:ext uri="{FF2B5EF4-FFF2-40B4-BE49-F238E27FC236}">
                  <a16:creationId xmlns:a16="http://schemas.microsoft.com/office/drawing/2014/main" id="{D3335F4C-5A06-A9BF-7DB5-708A7B183D12}"/>
                </a:ext>
              </a:extLst>
            </p:cNvPr>
            <p:cNvGrpSpPr/>
            <p:nvPr/>
          </p:nvGrpSpPr>
          <p:grpSpPr>
            <a:xfrm>
              <a:off x="25801431" y="4888873"/>
              <a:ext cx="1814888" cy="623268"/>
              <a:chOff x="3068229" y="357647"/>
              <a:chExt cx="699718" cy="290759"/>
            </a:xfrm>
          </p:grpSpPr>
          <p:sp>
            <p:nvSpPr>
              <p:cNvPr id="1135" name="Rectangle: Rounded Corners 1134">
                <a:extLst>
                  <a:ext uri="{FF2B5EF4-FFF2-40B4-BE49-F238E27FC236}">
                    <a16:creationId xmlns:a16="http://schemas.microsoft.com/office/drawing/2014/main" id="{0B5EDC17-7392-38FF-8B27-B55B10097EDD}"/>
                  </a:ext>
                </a:extLst>
              </p:cNvPr>
              <p:cNvSpPr/>
              <p:nvPr/>
            </p:nvSpPr>
            <p:spPr>
              <a:xfrm>
                <a:off x="3119791" y="357647"/>
                <a:ext cx="591937" cy="290759"/>
              </a:xfrm>
              <a:prstGeom prst="roundRect">
                <a:avLst>
                  <a:gd name="adj" fmla="val 11753"/>
                </a:avLst>
              </a:prstGeom>
              <a:noFill/>
              <a:ln w="9525">
                <a:solidFill>
                  <a:srgbClr val="569A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36" name="TextBox 1135">
                <a:extLst>
                  <a:ext uri="{FF2B5EF4-FFF2-40B4-BE49-F238E27FC236}">
                    <a16:creationId xmlns:a16="http://schemas.microsoft.com/office/drawing/2014/main" id="{4ED13D76-AAF3-5849-D100-EAE9A083CB5E}"/>
                  </a:ext>
                </a:extLst>
              </p:cNvPr>
              <p:cNvSpPr txBox="1"/>
              <p:nvPr/>
            </p:nvSpPr>
            <p:spPr>
              <a:xfrm>
                <a:off x="3068229" y="388808"/>
                <a:ext cx="699718" cy="1938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2100">
                    <a:latin typeface="Arial" panose="020B0604020202020204" pitchFamily="34" charset="0"/>
                    <a:cs typeface="Arial" panose="020B0604020202020204" pitchFamily="34" charset="0"/>
                  </a:rPr>
                  <a:t>Processing</a:t>
                </a:r>
                <a:endParaRPr lang="en-US" sz="21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134" name="TextBox 1133">
              <a:extLst>
                <a:ext uri="{FF2B5EF4-FFF2-40B4-BE49-F238E27FC236}">
                  <a16:creationId xmlns:a16="http://schemas.microsoft.com/office/drawing/2014/main" id="{B4B5D354-C641-C0CF-7F43-6E148E82BD1F}"/>
                </a:ext>
              </a:extLst>
            </p:cNvPr>
            <p:cNvSpPr txBox="1"/>
            <p:nvPr/>
          </p:nvSpPr>
          <p:spPr>
            <a:xfrm>
              <a:off x="28806451" y="4963065"/>
              <a:ext cx="1606240" cy="415498"/>
            </a:xfrm>
            <a:prstGeom prst="rect">
              <a:avLst/>
            </a:prstGeom>
            <a:noFill/>
          </p:spPr>
          <p:txBody>
            <a:bodyPr wrap="square" anchor="ctr" anchorCtr="0">
              <a:spAutoFit/>
            </a:bodyPr>
            <a:lstStyle/>
            <a:p>
              <a:pPr algn="ctr"/>
              <a:r>
                <a:rPr lang="en-US" altLang="zh-CN" sz="2100">
                  <a:latin typeface="Arial" panose="020B0604020202020204" pitchFamily="34" charset="0"/>
                  <a:cs typeface="Arial" panose="020B0604020202020204" pitchFamily="34" charset="0"/>
                </a:rPr>
                <a:t>Classifier</a:t>
              </a:r>
              <a:endParaRPr lang="en-US" sz="21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478" name="Group 1477">
              <a:extLst>
                <a:ext uri="{FF2B5EF4-FFF2-40B4-BE49-F238E27FC236}">
                  <a16:creationId xmlns:a16="http://schemas.microsoft.com/office/drawing/2014/main" id="{C5A506FE-0B6D-EEB4-1AB4-2B8D428BC8EB}"/>
                </a:ext>
              </a:extLst>
            </p:cNvPr>
            <p:cNvGrpSpPr/>
            <p:nvPr/>
          </p:nvGrpSpPr>
          <p:grpSpPr>
            <a:xfrm>
              <a:off x="23146963" y="4898022"/>
              <a:ext cx="2452329" cy="623268"/>
              <a:chOff x="1562146" y="353166"/>
              <a:chExt cx="945479" cy="290759"/>
            </a:xfrm>
          </p:grpSpPr>
          <p:sp>
            <p:nvSpPr>
              <p:cNvPr id="1131" name="Rectangle: Rounded Corners 1130">
                <a:extLst>
                  <a:ext uri="{FF2B5EF4-FFF2-40B4-BE49-F238E27FC236}">
                    <a16:creationId xmlns:a16="http://schemas.microsoft.com/office/drawing/2014/main" id="{31AED383-ED57-209D-8EDC-85BDBDF354DA}"/>
                  </a:ext>
                </a:extLst>
              </p:cNvPr>
              <p:cNvSpPr/>
              <p:nvPr/>
            </p:nvSpPr>
            <p:spPr>
              <a:xfrm>
                <a:off x="1636773" y="353166"/>
                <a:ext cx="772150" cy="290759"/>
              </a:xfrm>
              <a:prstGeom prst="roundRect">
                <a:avLst>
                  <a:gd name="adj" fmla="val 13133"/>
                </a:avLst>
              </a:prstGeom>
              <a:noFill/>
              <a:ln w="9525">
                <a:solidFill>
                  <a:srgbClr val="569A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32" name="TextBox 1131">
                <a:extLst>
                  <a:ext uri="{FF2B5EF4-FFF2-40B4-BE49-F238E27FC236}">
                    <a16:creationId xmlns:a16="http://schemas.microsoft.com/office/drawing/2014/main" id="{F42BE7D8-C0AB-D250-A02F-8287CF0C86A6}"/>
                  </a:ext>
                </a:extLst>
              </p:cNvPr>
              <p:cNvSpPr txBox="1"/>
              <p:nvPr/>
            </p:nvSpPr>
            <p:spPr>
              <a:xfrm>
                <a:off x="1562146" y="390887"/>
                <a:ext cx="945479" cy="1938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2100">
                    <a:latin typeface="Arial" panose="020B0604020202020204" pitchFamily="34" charset="0"/>
                    <a:cs typeface="Arial" panose="020B0604020202020204" pitchFamily="34" charset="0"/>
                  </a:rPr>
                  <a:t>Transformation</a:t>
                </a:r>
                <a:endParaRPr lang="en-US" sz="21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479" name="Arrow: Right 1478">
              <a:extLst>
                <a:ext uri="{FF2B5EF4-FFF2-40B4-BE49-F238E27FC236}">
                  <a16:creationId xmlns:a16="http://schemas.microsoft.com/office/drawing/2014/main" id="{376C43F1-0F3B-AAC1-5BC1-1071A7B77E1F}"/>
                </a:ext>
              </a:extLst>
            </p:cNvPr>
            <p:cNvSpPr/>
            <p:nvPr/>
          </p:nvSpPr>
          <p:spPr>
            <a:xfrm>
              <a:off x="27789794" y="5082883"/>
              <a:ext cx="1002404" cy="235229"/>
            </a:xfrm>
            <a:prstGeom prst="rightArrow">
              <a:avLst>
                <a:gd name="adj1" fmla="val 41321"/>
                <a:gd name="adj2" fmla="val 52171"/>
              </a:avLst>
            </a:prstGeom>
            <a:noFill/>
            <a:ln w="9525">
              <a:solidFill>
                <a:srgbClr val="569A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/>
            </a:p>
          </p:txBody>
        </p:sp>
        <p:sp>
          <p:nvSpPr>
            <p:cNvPr id="1480" name="TextBox 1479">
              <a:extLst>
                <a:ext uri="{FF2B5EF4-FFF2-40B4-BE49-F238E27FC236}">
                  <a16:creationId xmlns:a16="http://schemas.microsoft.com/office/drawing/2014/main" id="{F95FB40E-44C5-462A-1F23-FA26367D5F9D}"/>
                </a:ext>
              </a:extLst>
            </p:cNvPr>
            <p:cNvSpPr txBox="1"/>
            <p:nvPr/>
          </p:nvSpPr>
          <p:spPr>
            <a:xfrm>
              <a:off x="25880273" y="5891132"/>
              <a:ext cx="1689227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100" b="1">
                  <a:solidFill>
                    <a:srgbClr val="569AD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Encoding</a:t>
              </a:r>
              <a:endParaRPr lang="en-US" sz="2100" b="1">
                <a:solidFill>
                  <a:srgbClr val="569AD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2" name="TextBox 1481">
              <a:extLst>
                <a:ext uri="{FF2B5EF4-FFF2-40B4-BE49-F238E27FC236}">
                  <a16:creationId xmlns:a16="http://schemas.microsoft.com/office/drawing/2014/main" id="{61B5CFBC-D62D-24F6-B3DB-EF8C40649E96}"/>
                </a:ext>
              </a:extLst>
            </p:cNvPr>
            <p:cNvSpPr txBox="1"/>
            <p:nvPr/>
          </p:nvSpPr>
          <p:spPr>
            <a:xfrm>
              <a:off x="27414840" y="4444741"/>
              <a:ext cx="1663582" cy="738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100">
                  <a:solidFill>
                    <a:srgbClr val="569AD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Encoded HVs</a:t>
              </a:r>
              <a:endParaRPr lang="en-US" sz="2100">
                <a:solidFill>
                  <a:srgbClr val="569AD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483" name="Group 1482">
              <a:extLst>
                <a:ext uri="{FF2B5EF4-FFF2-40B4-BE49-F238E27FC236}">
                  <a16:creationId xmlns:a16="http://schemas.microsoft.com/office/drawing/2014/main" id="{B415C30D-4766-197F-F8F9-980EE8293CE2}"/>
                </a:ext>
              </a:extLst>
            </p:cNvPr>
            <p:cNvGrpSpPr/>
            <p:nvPr/>
          </p:nvGrpSpPr>
          <p:grpSpPr>
            <a:xfrm>
              <a:off x="18913653" y="5308122"/>
              <a:ext cx="1633037" cy="2483490"/>
              <a:chOff x="18162643" y="4972488"/>
              <a:chExt cx="1633037" cy="3636078"/>
            </a:xfrm>
          </p:grpSpPr>
          <p:sp>
            <p:nvSpPr>
              <p:cNvPr id="1124" name="TextBox 1123">
                <a:extLst>
                  <a:ext uri="{FF2B5EF4-FFF2-40B4-BE49-F238E27FC236}">
                    <a16:creationId xmlns:a16="http://schemas.microsoft.com/office/drawing/2014/main" id="{6DFD796F-F08C-2179-7AD9-611B793D8FEA}"/>
                  </a:ext>
                </a:extLst>
              </p:cNvPr>
              <p:cNvSpPr txBox="1"/>
              <p:nvPr/>
            </p:nvSpPr>
            <p:spPr>
              <a:xfrm>
                <a:off x="18285997" y="5627780"/>
                <a:ext cx="1452089" cy="608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100">
                    <a:latin typeface="Arial" panose="020B0604020202020204" pitchFamily="34" charset="0"/>
                    <a:cs typeface="Arial" panose="020B0604020202020204" pitchFamily="34" charset="0"/>
                  </a:rPr>
                  <a:t>computing</a:t>
                </a:r>
              </a:p>
            </p:txBody>
          </p:sp>
          <p:sp>
            <p:nvSpPr>
              <p:cNvPr id="1125" name="TextBox 1124">
                <a:extLst>
                  <a:ext uri="{FF2B5EF4-FFF2-40B4-BE49-F238E27FC236}">
                    <a16:creationId xmlns:a16="http://schemas.microsoft.com/office/drawing/2014/main" id="{938CCCF5-97D6-8862-7809-F9DEF552B879}"/>
                  </a:ext>
                </a:extLst>
              </p:cNvPr>
              <p:cNvSpPr txBox="1"/>
              <p:nvPr/>
            </p:nvSpPr>
            <p:spPr>
              <a:xfrm>
                <a:off x="18264271" y="6215506"/>
                <a:ext cx="1113221" cy="608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 sz="800"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</a:lstStyle>
              <a:p>
                <a:r>
                  <a:rPr lang="en-US" sz="2100" err="1"/>
                  <a:t>calculul</a:t>
                </a:r>
                <a:endParaRPr lang="en-US" sz="2100"/>
              </a:p>
            </p:txBody>
          </p:sp>
          <p:sp>
            <p:nvSpPr>
              <p:cNvPr id="1126" name="TextBox 1125">
                <a:extLst>
                  <a:ext uri="{FF2B5EF4-FFF2-40B4-BE49-F238E27FC236}">
                    <a16:creationId xmlns:a16="http://schemas.microsoft.com/office/drawing/2014/main" id="{E98C46E3-78D1-A562-DC2E-FB0271494746}"/>
                  </a:ext>
                </a:extLst>
              </p:cNvPr>
              <p:cNvSpPr txBox="1"/>
              <p:nvPr/>
            </p:nvSpPr>
            <p:spPr>
              <a:xfrm>
                <a:off x="18285997" y="6806328"/>
                <a:ext cx="1509683" cy="608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 sz="800"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</a:lstStyle>
              <a:p>
                <a:r>
                  <a:rPr lang="en-US" sz="2100" err="1"/>
                  <a:t>obliczenia</a:t>
                </a:r>
                <a:endParaRPr lang="en-US" sz="2100"/>
              </a:p>
            </p:txBody>
          </p:sp>
          <p:sp>
            <p:nvSpPr>
              <p:cNvPr id="1127" name="TextBox 1126">
                <a:extLst>
                  <a:ext uri="{FF2B5EF4-FFF2-40B4-BE49-F238E27FC236}">
                    <a16:creationId xmlns:a16="http://schemas.microsoft.com/office/drawing/2014/main" id="{CBC81947-A6CB-4FFF-A9CE-306E56CC9E2B}"/>
                  </a:ext>
                </a:extLst>
              </p:cNvPr>
              <p:cNvSpPr txBox="1"/>
              <p:nvPr/>
            </p:nvSpPr>
            <p:spPr>
              <a:xfrm>
                <a:off x="18266902" y="7938392"/>
                <a:ext cx="1509683" cy="608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 sz="800"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</a:lstStyle>
              <a:p>
                <a:r>
                  <a:rPr lang="en-US" sz="2100"/>
                  <a:t>informatica</a:t>
                </a:r>
              </a:p>
            </p:txBody>
          </p:sp>
          <p:sp>
            <p:nvSpPr>
              <p:cNvPr id="1128" name="TextBox 1127">
                <a:extLst>
                  <a:ext uri="{FF2B5EF4-FFF2-40B4-BE49-F238E27FC236}">
                    <a16:creationId xmlns:a16="http://schemas.microsoft.com/office/drawing/2014/main" id="{5DF6C274-870E-2158-F57E-DA45806744E3}"/>
                  </a:ext>
                </a:extLst>
              </p:cNvPr>
              <p:cNvSpPr txBox="1"/>
              <p:nvPr/>
            </p:nvSpPr>
            <p:spPr>
              <a:xfrm rot="16200000">
                <a:off x="18475249" y="7537767"/>
                <a:ext cx="826873" cy="415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100">
                    <a:latin typeface="Arial" panose="020B0604020202020204" pitchFamily="34" charset="0"/>
                    <a:cs typeface="Arial" panose="020B0604020202020204" pitchFamily="34" charset="0"/>
                  </a:rPr>
                  <a:t>…</a:t>
                </a:r>
              </a:p>
            </p:txBody>
          </p:sp>
          <p:sp>
            <p:nvSpPr>
              <p:cNvPr id="1129" name="Rectangle: Rounded Corners 1128">
                <a:extLst>
                  <a:ext uri="{FF2B5EF4-FFF2-40B4-BE49-F238E27FC236}">
                    <a16:creationId xmlns:a16="http://schemas.microsoft.com/office/drawing/2014/main" id="{CB21C90A-75E5-EF2C-3FDE-499B1243BF1B}"/>
                  </a:ext>
                </a:extLst>
              </p:cNvPr>
              <p:cNvSpPr/>
              <p:nvPr/>
            </p:nvSpPr>
            <p:spPr>
              <a:xfrm>
                <a:off x="18213917" y="4972488"/>
                <a:ext cx="1524169" cy="3636078"/>
              </a:xfrm>
              <a:prstGeom prst="roundRect">
                <a:avLst>
                  <a:gd name="adj" fmla="val 1314"/>
                </a:avLst>
              </a:prstGeom>
              <a:noFill/>
              <a:ln w="9525">
                <a:solidFill>
                  <a:srgbClr val="569AD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30" name="TextBox 1129">
                <a:extLst>
                  <a:ext uri="{FF2B5EF4-FFF2-40B4-BE49-F238E27FC236}">
                    <a16:creationId xmlns:a16="http://schemas.microsoft.com/office/drawing/2014/main" id="{967FB00E-3DA6-10B0-3860-A817AB40F674}"/>
                  </a:ext>
                </a:extLst>
              </p:cNvPr>
              <p:cNvSpPr txBox="1"/>
              <p:nvPr/>
            </p:nvSpPr>
            <p:spPr>
              <a:xfrm>
                <a:off x="18162643" y="4972488"/>
                <a:ext cx="1621542" cy="608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2100" b="1">
                    <a:solidFill>
                      <a:srgbClr val="569AD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Text Input</a:t>
                </a:r>
                <a:endParaRPr lang="en-US" sz="2100" b="1">
                  <a:solidFill>
                    <a:srgbClr val="569AD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484" name="Group 1483">
              <a:extLst>
                <a:ext uri="{FF2B5EF4-FFF2-40B4-BE49-F238E27FC236}">
                  <a16:creationId xmlns:a16="http://schemas.microsoft.com/office/drawing/2014/main" id="{4330FAC1-A79C-39D3-93B8-A807A36D20B1}"/>
                </a:ext>
              </a:extLst>
            </p:cNvPr>
            <p:cNvGrpSpPr/>
            <p:nvPr/>
          </p:nvGrpSpPr>
          <p:grpSpPr>
            <a:xfrm>
              <a:off x="21535500" y="7400982"/>
              <a:ext cx="1171905" cy="2079343"/>
              <a:chOff x="20916826" y="5627968"/>
              <a:chExt cx="1171905" cy="2767606"/>
            </a:xfrm>
          </p:grpSpPr>
          <p:sp>
            <p:nvSpPr>
              <p:cNvPr id="1119" name="TextBox 1118">
                <a:extLst>
                  <a:ext uri="{FF2B5EF4-FFF2-40B4-BE49-F238E27FC236}">
                    <a16:creationId xmlns:a16="http://schemas.microsoft.com/office/drawing/2014/main" id="{A9DA5657-8FCA-42AD-0A08-C68909995CB2}"/>
                  </a:ext>
                </a:extLst>
              </p:cNvPr>
              <p:cNvSpPr txBox="1"/>
              <p:nvPr/>
            </p:nvSpPr>
            <p:spPr>
              <a:xfrm>
                <a:off x="20981622" y="5627968"/>
                <a:ext cx="1092374" cy="5530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sz="2100">
                    <a:solidFill>
                      <a:srgbClr val="CD9F2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0.072</a:t>
                </a:r>
              </a:p>
            </p:txBody>
          </p:sp>
          <p:sp>
            <p:nvSpPr>
              <p:cNvPr id="1120" name="TextBox 1119">
                <a:extLst>
                  <a:ext uri="{FF2B5EF4-FFF2-40B4-BE49-F238E27FC236}">
                    <a16:creationId xmlns:a16="http://schemas.microsoft.com/office/drawing/2014/main" id="{CE639C7B-A2F4-B6D7-E886-BE509F8E7EEE}"/>
                  </a:ext>
                </a:extLst>
              </p:cNvPr>
              <p:cNvSpPr txBox="1"/>
              <p:nvPr/>
            </p:nvSpPr>
            <p:spPr>
              <a:xfrm>
                <a:off x="20950575" y="6429838"/>
                <a:ext cx="1132938" cy="5530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sz="2100">
                    <a:solidFill>
                      <a:srgbClr val="46943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0.016</a:t>
                </a:r>
              </a:p>
            </p:txBody>
          </p:sp>
          <p:sp>
            <p:nvSpPr>
              <p:cNvPr id="1121" name="TextBox 1120">
                <a:extLst>
                  <a:ext uri="{FF2B5EF4-FFF2-40B4-BE49-F238E27FC236}">
                    <a16:creationId xmlns:a16="http://schemas.microsoft.com/office/drawing/2014/main" id="{5EC31C57-042A-C22D-4BCE-6D5E3F621CAC}"/>
                  </a:ext>
                </a:extLst>
              </p:cNvPr>
              <p:cNvSpPr txBox="1"/>
              <p:nvPr/>
            </p:nvSpPr>
            <p:spPr>
              <a:xfrm>
                <a:off x="20916826" y="6907822"/>
                <a:ext cx="1159000" cy="5530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sz="2100">
                    <a:solidFill>
                      <a:srgbClr val="CD9F2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0.072</a:t>
                </a:r>
              </a:p>
            </p:txBody>
          </p:sp>
          <p:sp>
            <p:nvSpPr>
              <p:cNvPr id="1122" name="TextBox 1121">
                <a:extLst>
                  <a:ext uri="{FF2B5EF4-FFF2-40B4-BE49-F238E27FC236}">
                    <a16:creationId xmlns:a16="http://schemas.microsoft.com/office/drawing/2014/main" id="{88EF5F71-8FA5-A56B-7C7B-083B465FDFA2}"/>
                  </a:ext>
                </a:extLst>
              </p:cNvPr>
              <p:cNvSpPr txBox="1"/>
              <p:nvPr/>
            </p:nvSpPr>
            <p:spPr>
              <a:xfrm>
                <a:off x="20929068" y="7842546"/>
                <a:ext cx="1144928" cy="5530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sz="2100">
                    <a:solidFill>
                      <a:srgbClr val="46943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0.016</a:t>
                </a:r>
              </a:p>
            </p:txBody>
          </p:sp>
          <p:sp>
            <p:nvSpPr>
              <p:cNvPr id="1123" name="TextBox 1122">
                <a:extLst>
                  <a:ext uri="{FF2B5EF4-FFF2-40B4-BE49-F238E27FC236}">
                    <a16:creationId xmlns:a16="http://schemas.microsoft.com/office/drawing/2014/main" id="{C394F3A3-B82A-BA95-93B6-1671F071846C}"/>
                  </a:ext>
                </a:extLst>
              </p:cNvPr>
              <p:cNvSpPr txBox="1"/>
              <p:nvPr/>
            </p:nvSpPr>
            <p:spPr>
              <a:xfrm>
                <a:off x="20929731" y="7356361"/>
                <a:ext cx="1159000" cy="5530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US" sz="2100">
                    <a:solidFill>
                      <a:srgbClr val="CD9F2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0.072</a:t>
                </a:r>
              </a:p>
            </p:txBody>
          </p:sp>
        </p:grpSp>
        <p:grpSp>
          <p:nvGrpSpPr>
            <p:cNvPr id="1485" name="Group 1484">
              <a:extLst>
                <a:ext uri="{FF2B5EF4-FFF2-40B4-BE49-F238E27FC236}">
                  <a16:creationId xmlns:a16="http://schemas.microsoft.com/office/drawing/2014/main" id="{B8CA42E1-E936-0DFE-E4A2-1D18FBAFFB63}"/>
                </a:ext>
              </a:extLst>
            </p:cNvPr>
            <p:cNvGrpSpPr/>
            <p:nvPr/>
          </p:nvGrpSpPr>
          <p:grpSpPr>
            <a:xfrm>
              <a:off x="21695605" y="6662924"/>
              <a:ext cx="10082831" cy="3404403"/>
              <a:chOff x="21695605" y="6662924"/>
              <a:chExt cx="10082831" cy="3404403"/>
            </a:xfrm>
          </p:grpSpPr>
          <p:sp>
            <p:nvSpPr>
              <p:cNvPr id="1486" name="Rectangle: Rounded Corners 1485">
                <a:extLst>
                  <a:ext uri="{FF2B5EF4-FFF2-40B4-BE49-F238E27FC236}">
                    <a16:creationId xmlns:a16="http://schemas.microsoft.com/office/drawing/2014/main" id="{D668A444-7B15-C3C1-94F6-499C42C3B7D3}"/>
                  </a:ext>
                </a:extLst>
              </p:cNvPr>
              <p:cNvSpPr/>
              <p:nvPr/>
            </p:nvSpPr>
            <p:spPr>
              <a:xfrm>
                <a:off x="21729298" y="6666722"/>
                <a:ext cx="10049138" cy="3400605"/>
              </a:xfrm>
              <a:prstGeom prst="roundRect">
                <a:avLst>
                  <a:gd name="adj" fmla="val 1314"/>
                </a:avLst>
              </a:prstGeom>
              <a:noFill/>
              <a:ln w="9525"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87" name="TextBox 1486">
                <a:extLst>
                  <a:ext uri="{FF2B5EF4-FFF2-40B4-BE49-F238E27FC236}">
                    <a16:creationId xmlns:a16="http://schemas.microsoft.com/office/drawing/2014/main" id="{1BACF48F-8B52-EE03-4A70-BF69A8954AD6}"/>
                  </a:ext>
                </a:extLst>
              </p:cNvPr>
              <p:cNvSpPr txBox="1"/>
              <p:nvPr/>
            </p:nvSpPr>
            <p:spPr>
              <a:xfrm>
                <a:off x="25433806" y="9545829"/>
                <a:ext cx="2547662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100" b="1">
                    <a:latin typeface="Arial" panose="020B0604020202020204" pitchFamily="34" charset="0"/>
                    <a:cs typeface="Arial" panose="020B0604020202020204" pitchFamily="34" charset="0"/>
                  </a:rPr>
                  <a:t>Memristive SoC</a:t>
                </a:r>
              </a:p>
            </p:txBody>
          </p:sp>
          <p:sp>
            <p:nvSpPr>
              <p:cNvPr id="1488" name="Arrow: Right 1487">
                <a:extLst>
                  <a:ext uri="{FF2B5EF4-FFF2-40B4-BE49-F238E27FC236}">
                    <a16:creationId xmlns:a16="http://schemas.microsoft.com/office/drawing/2014/main" id="{E6568543-1B84-866D-8585-2C373EC5661A}"/>
                  </a:ext>
                </a:extLst>
              </p:cNvPr>
              <p:cNvSpPr/>
              <p:nvPr/>
            </p:nvSpPr>
            <p:spPr>
              <a:xfrm rot="5400000">
                <a:off x="26099898" y="7352705"/>
                <a:ext cx="320443" cy="284627"/>
              </a:xfrm>
              <a:prstGeom prst="rightArrow">
                <a:avLst>
                  <a:gd name="adj1" fmla="val 41321"/>
                  <a:gd name="adj2" fmla="val 52171"/>
                </a:avLst>
              </a:prstGeom>
              <a:noFill/>
              <a:ln w="9525">
                <a:solidFill>
                  <a:srgbClr val="569A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00"/>
              </a:p>
            </p:txBody>
          </p:sp>
          <p:grpSp>
            <p:nvGrpSpPr>
              <p:cNvPr id="1489" name="Group 1488">
                <a:extLst>
                  <a:ext uri="{FF2B5EF4-FFF2-40B4-BE49-F238E27FC236}">
                    <a16:creationId xmlns:a16="http://schemas.microsoft.com/office/drawing/2014/main" id="{0FB1608A-24F5-393D-1E08-B118B8520105}"/>
                  </a:ext>
                </a:extLst>
              </p:cNvPr>
              <p:cNvGrpSpPr/>
              <p:nvPr/>
            </p:nvGrpSpPr>
            <p:grpSpPr>
              <a:xfrm>
                <a:off x="25349438" y="7693514"/>
                <a:ext cx="1842761" cy="1061829"/>
                <a:chOff x="-466918" y="1852878"/>
                <a:chExt cx="710464" cy="462023"/>
              </a:xfrm>
            </p:grpSpPr>
            <p:sp>
              <p:nvSpPr>
                <p:cNvPr id="1117" name="Rectangle: Rounded Corners 1116">
                  <a:extLst>
                    <a:ext uri="{FF2B5EF4-FFF2-40B4-BE49-F238E27FC236}">
                      <a16:creationId xmlns:a16="http://schemas.microsoft.com/office/drawing/2014/main" id="{389BC770-CCC9-FB7F-E7A4-69D365C00642}"/>
                    </a:ext>
                  </a:extLst>
                </p:cNvPr>
                <p:cNvSpPr/>
                <p:nvPr/>
              </p:nvSpPr>
              <p:spPr>
                <a:xfrm>
                  <a:off x="-392882" y="1871119"/>
                  <a:ext cx="552832" cy="436867"/>
                </a:xfrm>
                <a:prstGeom prst="roundRect">
                  <a:avLst>
                    <a:gd name="adj" fmla="val 6245"/>
                  </a:avLst>
                </a:prstGeom>
                <a:noFill/>
                <a:ln w="9525">
                  <a:solidFill>
                    <a:srgbClr val="569AD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18" name="TextBox 1117">
                  <a:extLst>
                    <a:ext uri="{FF2B5EF4-FFF2-40B4-BE49-F238E27FC236}">
                      <a16:creationId xmlns:a16="http://schemas.microsoft.com/office/drawing/2014/main" id="{432DAA2A-DC99-2C9C-B65D-430DB9513B57}"/>
                    </a:ext>
                  </a:extLst>
                </p:cNvPr>
                <p:cNvSpPr txBox="1"/>
                <p:nvPr/>
              </p:nvSpPr>
              <p:spPr>
                <a:xfrm>
                  <a:off x="-466918" y="1852878"/>
                  <a:ext cx="710464" cy="4620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1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Hardware aware processing</a:t>
                  </a:r>
                </a:p>
              </p:txBody>
            </p:sp>
          </p:grpSp>
          <p:sp>
            <p:nvSpPr>
              <p:cNvPr id="1490" name="Arrow: Right 1489">
                <a:extLst>
                  <a:ext uri="{FF2B5EF4-FFF2-40B4-BE49-F238E27FC236}">
                    <a16:creationId xmlns:a16="http://schemas.microsoft.com/office/drawing/2014/main" id="{83562087-6046-A299-719A-D128F57C5B06}"/>
                  </a:ext>
                </a:extLst>
              </p:cNvPr>
              <p:cNvSpPr/>
              <p:nvPr/>
            </p:nvSpPr>
            <p:spPr>
              <a:xfrm>
                <a:off x="27046260" y="8080354"/>
                <a:ext cx="914611" cy="235229"/>
              </a:xfrm>
              <a:prstGeom prst="rightArrow">
                <a:avLst>
                  <a:gd name="adj1" fmla="val 41321"/>
                  <a:gd name="adj2" fmla="val 52171"/>
                </a:avLst>
              </a:prstGeom>
              <a:noFill/>
              <a:ln w="9525">
                <a:solidFill>
                  <a:srgbClr val="DE686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00"/>
              </a:p>
            </p:txBody>
          </p:sp>
          <p:grpSp>
            <p:nvGrpSpPr>
              <p:cNvPr id="1491" name="Group 1490">
                <a:extLst>
                  <a:ext uri="{FF2B5EF4-FFF2-40B4-BE49-F238E27FC236}">
                    <a16:creationId xmlns:a16="http://schemas.microsoft.com/office/drawing/2014/main" id="{017214A3-5833-509B-1731-7E817CF35C22}"/>
                  </a:ext>
                </a:extLst>
              </p:cNvPr>
              <p:cNvGrpSpPr/>
              <p:nvPr/>
            </p:nvGrpSpPr>
            <p:grpSpPr>
              <a:xfrm>
                <a:off x="28092702" y="9542344"/>
                <a:ext cx="1076237" cy="461549"/>
                <a:chOff x="951968" y="2612151"/>
                <a:chExt cx="414936" cy="109550"/>
              </a:xfrm>
            </p:grpSpPr>
            <p:sp>
              <p:nvSpPr>
                <p:cNvPr id="1115" name="Rectangle: Rounded Corners 1114">
                  <a:extLst>
                    <a:ext uri="{FF2B5EF4-FFF2-40B4-BE49-F238E27FC236}">
                      <a16:creationId xmlns:a16="http://schemas.microsoft.com/office/drawing/2014/main" id="{CC53F67F-69B9-AB08-A14A-B5D135B3CFBD}"/>
                    </a:ext>
                  </a:extLst>
                </p:cNvPr>
                <p:cNvSpPr/>
                <p:nvPr/>
              </p:nvSpPr>
              <p:spPr>
                <a:xfrm>
                  <a:off x="990175" y="2612151"/>
                  <a:ext cx="331968" cy="109550"/>
                </a:xfrm>
                <a:prstGeom prst="roundRect">
                  <a:avLst>
                    <a:gd name="adj" fmla="val 3943"/>
                  </a:avLst>
                </a:prstGeom>
                <a:noFill/>
                <a:ln w="9525">
                  <a:solidFill>
                    <a:srgbClr val="DE6866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16" name="TextBox 1115">
                  <a:extLst>
                    <a:ext uri="{FF2B5EF4-FFF2-40B4-BE49-F238E27FC236}">
                      <a16:creationId xmlns:a16="http://schemas.microsoft.com/office/drawing/2014/main" id="{B00C24D5-05D8-3116-8841-674340202A5A}"/>
                    </a:ext>
                  </a:extLst>
                </p:cNvPr>
                <p:cNvSpPr txBox="1"/>
                <p:nvPr/>
              </p:nvSpPr>
              <p:spPr>
                <a:xfrm>
                  <a:off x="951968" y="2612152"/>
                  <a:ext cx="414936" cy="986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100">
                      <a:latin typeface="Arial" panose="020B0604020202020204" pitchFamily="34" charset="0"/>
                      <a:cs typeface="Arial" panose="020B0604020202020204" pitchFamily="34" charset="0"/>
                    </a:rPr>
                    <a:t>Core</a:t>
                  </a:r>
                </a:p>
              </p:txBody>
            </p:sp>
          </p:grpSp>
          <p:grpSp>
            <p:nvGrpSpPr>
              <p:cNvPr id="1492" name="Group 1491">
                <a:extLst>
                  <a:ext uri="{FF2B5EF4-FFF2-40B4-BE49-F238E27FC236}">
                    <a16:creationId xmlns:a16="http://schemas.microsoft.com/office/drawing/2014/main" id="{F23CFDAF-76CA-3EC6-6AC3-BFFE9D530300}"/>
                  </a:ext>
                </a:extLst>
              </p:cNvPr>
              <p:cNvGrpSpPr/>
              <p:nvPr/>
            </p:nvGrpSpPr>
            <p:grpSpPr>
              <a:xfrm>
                <a:off x="30688778" y="9542344"/>
                <a:ext cx="1076237" cy="461549"/>
                <a:chOff x="951968" y="2612151"/>
                <a:chExt cx="414936" cy="109550"/>
              </a:xfrm>
            </p:grpSpPr>
            <p:sp>
              <p:nvSpPr>
                <p:cNvPr id="1113" name="Rectangle: Rounded Corners 1112">
                  <a:extLst>
                    <a:ext uri="{FF2B5EF4-FFF2-40B4-BE49-F238E27FC236}">
                      <a16:creationId xmlns:a16="http://schemas.microsoft.com/office/drawing/2014/main" id="{705F7D42-56EB-E94E-184E-96372202C0A5}"/>
                    </a:ext>
                  </a:extLst>
                </p:cNvPr>
                <p:cNvSpPr/>
                <p:nvPr/>
              </p:nvSpPr>
              <p:spPr>
                <a:xfrm>
                  <a:off x="990175" y="2612151"/>
                  <a:ext cx="331968" cy="109550"/>
                </a:xfrm>
                <a:prstGeom prst="roundRect">
                  <a:avLst>
                    <a:gd name="adj" fmla="val 3943"/>
                  </a:avLst>
                </a:prstGeom>
                <a:noFill/>
                <a:ln w="9525">
                  <a:solidFill>
                    <a:srgbClr val="DE6866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14" name="TextBox 1113">
                  <a:extLst>
                    <a:ext uri="{FF2B5EF4-FFF2-40B4-BE49-F238E27FC236}">
                      <a16:creationId xmlns:a16="http://schemas.microsoft.com/office/drawing/2014/main" id="{73CAF706-6A60-EAD1-4F4F-60F776023A0D}"/>
                    </a:ext>
                  </a:extLst>
                </p:cNvPr>
                <p:cNvSpPr txBox="1"/>
                <p:nvPr/>
              </p:nvSpPr>
              <p:spPr>
                <a:xfrm>
                  <a:off x="951968" y="2612152"/>
                  <a:ext cx="414936" cy="986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100">
                      <a:latin typeface="Arial" panose="020B0604020202020204" pitchFamily="34" charset="0"/>
                      <a:cs typeface="Arial" panose="020B0604020202020204" pitchFamily="34" charset="0"/>
                    </a:rPr>
                    <a:t>Core</a:t>
                  </a:r>
                </a:p>
              </p:txBody>
            </p:sp>
          </p:grpSp>
          <p:sp>
            <p:nvSpPr>
              <p:cNvPr id="1493" name="Arrow: Bent 1492">
                <a:extLst>
                  <a:ext uri="{FF2B5EF4-FFF2-40B4-BE49-F238E27FC236}">
                    <a16:creationId xmlns:a16="http://schemas.microsoft.com/office/drawing/2014/main" id="{0377355D-FA43-13AF-C0F9-B9C87983980F}"/>
                  </a:ext>
                </a:extLst>
              </p:cNvPr>
              <p:cNvSpPr/>
              <p:nvPr/>
            </p:nvSpPr>
            <p:spPr>
              <a:xfrm>
                <a:off x="24754218" y="6769396"/>
                <a:ext cx="936193" cy="306246"/>
              </a:xfrm>
              <a:prstGeom prst="bentArrow">
                <a:avLst>
                  <a:gd name="adj1" fmla="val 31864"/>
                  <a:gd name="adj2" fmla="val 37506"/>
                  <a:gd name="adj3" fmla="val 34955"/>
                  <a:gd name="adj4" fmla="val 40636"/>
                </a:avLst>
              </a:prstGeom>
              <a:noFill/>
              <a:ln w="9525">
                <a:solidFill>
                  <a:srgbClr val="DE686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00">
                  <a:solidFill>
                    <a:srgbClr val="569AD0"/>
                  </a:solidFill>
                </a:endParaRPr>
              </a:p>
            </p:txBody>
          </p:sp>
          <p:grpSp>
            <p:nvGrpSpPr>
              <p:cNvPr id="1496" name="Group 1495">
                <a:extLst>
                  <a:ext uri="{FF2B5EF4-FFF2-40B4-BE49-F238E27FC236}">
                    <a16:creationId xmlns:a16="http://schemas.microsoft.com/office/drawing/2014/main" id="{A4458C7E-2202-7F9A-A253-9A3B2DDBBAA6}"/>
                  </a:ext>
                </a:extLst>
              </p:cNvPr>
              <p:cNvGrpSpPr/>
              <p:nvPr/>
            </p:nvGrpSpPr>
            <p:grpSpPr>
              <a:xfrm>
                <a:off x="25775423" y="6693926"/>
                <a:ext cx="979662" cy="431832"/>
                <a:chOff x="3128735" y="358393"/>
                <a:chExt cx="605622" cy="201453"/>
              </a:xfrm>
            </p:grpSpPr>
            <p:sp>
              <p:nvSpPr>
                <p:cNvPr id="1111" name="Rectangle: Rounded Corners 1110">
                  <a:extLst>
                    <a:ext uri="{FF2B5EF4-FFF2-40B4-BE49-F238E27FC236}">
                      <a16:creationId xmlns:a16="http://schemas.microsoft.com/office/drawing/2014/main" id="{F20655CE-D4E1-4242-B1EA-394ACF4FC3C5}"/>
                    </a:ext>
                  </a:extLst>
                </p:cNvPr>
                <p:cNvSpPr/>
                <p:nvPr/>
              </p:nvSpPr>
              <p:spPr>
                <a:xfrm>
                  <a:off x="3168760" y="372641"/>
                  <a:ext cx="481216" cy="187205"/>
                </a:xfrm>
                <a:prstGeom prst="roundRect">
                  <a:avLst>
                    <a:gd name="adj" fmla="val 11753"/>
                  </a:avLst>
                </a:prstGeom>
                <a:noFill/>
                <a:ln w="9525">
                  <a:solidFill>
                    <a:srgbClr val="DE686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12" name="TextBox 1111">
                  <a:extLst>
                    <a:ext uri="{FF2B5EF4-FFF2-40B4-BE49-F238E27FC236}">
                      <a16:creationId xmlns:a16="http://schemas.microsoft.com/office/drawing/2014/main" id="{D02E7582-53D5-DF62-CF7A-2180E772DC92}"/>
                    </a:ext>
                  </a:extLst>
                </p:cNvPr>
                <p:cNvSpPr txBox="1"/>
                <p:nvPr/>
              </p:nvSpPr>
              <p:spPr>
                <a:xfrm>
                  <a:off x="3128735" y="358393"/>
                  <a:ext cx="605622" cy="19383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2100">
                      <a:latin typeface="Arial" panose="020B0604020202020204" pitchFamily="34" charset="0"/>
                      <a:cs typeface="Arial" panose="020B0604020202020204" pitchFamily="34" charset="0"/>
                    </a:rPr>
                    <a:t>HVs</a:t>
                  </a:r>
                  <a:endParaRPr lang="en-US" sz="21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499" name="TextBox 1498">
                <a:extLst>
                  <a:ext uri="{FF2B5EF4-FFF2-40B4-BE49-F238E27FC236}">
                    <a16:creationId xmlns:a16="http://schemas.microsoft.com/office/drawing/2014/main" id="{B830BEA6-E6F6-A8D6-3562-D2B54ACD4AA2}"/>
                  </a:ext>
                </a:extLst>
              </p:cNvPr>
              <p:cNvSpPr txBox="1"/>
              <p:nvPr/>
            </p:nvSpPr>
            <p:spPr>
              <a:xfrm>
                <a:off x="26723593" y="7474774"/>
                <a:ext cx="1596314" cy="738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2100">
                    <a:solidFill>
                      <a:srgbClr val="DE686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Encoded</a:t>
                </a:r>
              </a:p>
              <a:p>
                <a:pPr algn="ctr"/>
                <a:r>
                  <a:rPr lang="en-US" altLang="zh-CN" sz="2100">
                    <a:solidFill>
                      <a:srgbClr val="DE686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HVs</a:t>
                </a:r>
                <a:endParaRPr lang="en-US" sz="2100">
                  <a:solidFill>
                    <a:srgbClr val="DE686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00" name="Rectangle: Rounded Corners 1499">
                <a:extLst>
                  <a:ext uri="{FF2B5EF4-FFF2-40B4-BE49-F238E27FC236}">
                    <a16:creationId xmlns:a16="http://schemas.microsoft.com/office/drawing/2014/main" id="{C744C8A7-6E6D-1408-F2D1-E68186F97E8C}"/>
                  </a:ext>
                </a:extLst>
              </p:cNvPr>
              <p:cNvSpPr/>
              <p:nvPr/>
            </p:nvSpPr>
            <p:spPr>
              <a:xfrm>
                <a:off x="28126968" y="7108931"/>
                <a:ext cx="3566160" cy="2377440"/>
              </a:xfrm>
              <a:prstGeom prst="roundRect">
                <a:avLst>
                  <a:gd name="adj" fmla="val 2752"/>
                </a:avLst>
              </a:prstGeom>
              <a:noFill/>
              <a:ln w="9525">
                <a:solidFill>
                  <a:srgbClr val="DE6866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01" name="Picture 1500">
                <a:extLst>
                  <a:ext uri="{FF2B5EF4-FFF2-40B4-BE49-F238E27FC236}">
                    <a16:creationId xmlns:a16="http://schemas.microsoft.com/office/drawing/2014/main" id="{AB70C30D-A635-7231-F1BF-B707EDBB45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flipV="1">
                <a:off x="29141726" y="7138736"/>
                <a:ext cx="2418125" cy="2274356"/>
              </a:xfrm>
              <a:prstGeom prst="rect">
                <a:avLst/>
              </a:prstGeom>
            </p:spPr>
          </p:pic>
          <p:grpSp>
            <p:nvGrpSpPr>
              <p:cNvPr id="1502" name="Group 1501">
                <a:extLst>
                  <a:ext uri="{FF2B5EF4-FFF2-40B4-BE49-F238E27FC236}">
                    <a16:creationId xmlns:a16="http://schemas.microsoft.com/office/drawing/2014/main" id="{F50B2395-A5DC-8A03-1941-FA16117CA935}"/>
                  </a:ext>
                </a:extLst>
              </p:cNvPr>
              <p:cNvGrpSpPr/>
              <p:nvPr/>
            </p:nvGrpSpPr>
            <p:grpSpPr>
              <a:xfrm>
                <a:off x="28858803" y="7590780"/>
                <a:ext cx="229038" cy="1658915"/>
                <a:chOff x="28858803" y="7832080"/>
                <a:chExt cx="229038" cy="1658915"/>
              </a:xfrm>
            </p:grpSpPr>
            <p:cxnSp>
              <p:nvCxnSpPr>
                <p:cNvPr id="1106" name="Straight Arrow Connector 1105">
                  <a:extLst>
                    <a:ext uri="{FF2B5EF4-FFF2-40B4-BE49-F238E27FC236}">
                      <a16:creationId xmlns:a16="http://schemas.microsoft.com/office/drawing/2014/main" id="{F37ADAF0-CE1F-502C-EDE0-5A562457EE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858803" y="7832080"/>
                  <a:ext cx="229038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stealth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7" name="Straight Arrow Connector 1106">
                  <a:extLst>
                    <a:ext uri="{FF2B5EF4-FFF2-40B4-BE49-F238E27FC236}">
                      <a16:creationId xmlns:a16="http://schemas.microsoft.com/office/drawing/2014/main" id="{CEE7EDAB-8272-42AB-1E85-2607E2E78F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858803" y="8403563"/>
                  <a:ext cx="229038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stealth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8" name="Straight Arrow Connector 1107">
                  <a:extLst>
                    <a:ext uri="{FF2B5EF4-FFF2-40B4-BE49-F238E27FC236}">
                      <a16:creationId xmlns:a16="http://schemas.microsoft.com/office/drawing/2014/main" id="{E2EC9378-FA56-0B5C-A8E5-81B294960B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858803" y="8783808"/>
                  <a:ext cx="229038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stealth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9" name="Straight Arrow Connector 1108">
                  <a:extLst>
                    <a:ext uri="{FF2B5EF4-FFF2-40B4-BE49-F238E27FC236}">
                      <a16:creationId xmlns:a16="http://schemas.microsoft.com/office/drawing/2014/main" id="{EFF5B568-0C41-1E0B-454E-B3B23212B9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858803" y="9111515"/>
                  <a:ext cx="229038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stealth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0" name="Straight Arrow Connector 1109">
                  <a:extLst>
                    <a:ext uri="{FF2B5EF4-FFF2-40B4-BE49-F238E27FC236}">
                      <a16:creationId xmlns:a16="http://schemas.microsoft.com/office/drawing/2014/main" id="{F93D19F8-0A4A-1FF6-4BA3-737CE41E83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8858803" y="9490995"/>
                  <a:ext cx="229038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stealth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05" name="Group 1504">
                <a:extLst>
                  <a:ext uri="{FF2B5EF4-FFF2-40B4-BE49-F238E27FC236}">
                    <a16:creationId xmlns:a16="http://schemas.microsoft.com/office/drawing/2014/main" id="{6678B03A-541D-A087-7C6B-87DE9233F971}"/>
                  </a:ext>
                </a:extLst>
              </p:cNvPr>
              <p:cNvGrpSpPr/>
              <p:nvPr/>
            </p:nvGrpSpPr>
            <p:grpSpPr>
              <a:xfrm>
                <a:off x="27690975" y="7367963"/>
                <a:ext cx="1201533" cy="2069481"/>
                <a:chOff x="27690975" y="7609263"/>
                <a:chExt cx="1201533" cy="2069481"/>
              </a:xfrm>
            </p:grpSpPr>
            <p:sp>
              <p:nvSpPr>
                <p:cNvPr id="1100" name="TextBox 1099">
                  <a:extLst>
                    <a:ext uri="{FF2B5EF4-FFF2-40B4-BE49-F238E27FC236}">
                      <a16:creationId xmlns:a16="http://schemas.microsoft.com/office/drawing/2014/main" id="{0E646E29-D87D-EE36-81C3-6FB82E7825CB}"/>
                    </a:ext>
                  </a:extLst>
                </p:cNvPr>
                <p:cNvSpPr txBox="1"/>
                <p:nvPr/>
              </p:nvSpPr>
              <p:spPr>
                <a:xfrm>
                  <a:off x="27864963" y="7609263"/>
                  <a:ext cx="1027545" cy="4154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lang="en-US" sz="2100">
                      <a:latin typeface="Arial" panose="020B0604020202020204" pitchFamily="34" charset="0"/>
                      <a:cs typeface="Arial" panose="020B0604020202020204" pitchFamily="34" charset="0"/>
                    </a:rPr>
                    <a:t>0.01</a:t>
                  </a:r>
                </a:p>
              </p:txBody>
            </p:sp>
            <p:sp>
              <p:nvSpPr>
                <p:cNvPr id="1101" name="TextBox 1100">
                  <a:extLst>
                    <a:ext uri="{FF2B5EF4-FFF2-40B4-BE49-F238E27FC236}">
                      <a16:creationId xmlns:a16="http://schemas.microsoft.com/office/drawing/2014/main" id="{2C354B6A-469C-908E-E0A4-E9F47DEF122B}"/>
                    </a:ext>
                  </a:extLst>
                </p:cNvPr>
                <p:cNvSpPr txBox="1"/>
                <p:nvPr/>
              </p:nvSpPr>
              <p:spPr>
                <a:xfrm>
                  <a:off x="27864963" y="8226615"/>
                  <a:ext cx="1027545" cy="4154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lang="en-US" sz="2100">
                      <a:latin typeface="Arial" panose="020B0604020202020204" pitchFamily="34" charset="0"/>
                      <a:cs typeface="Arial" panose="020B0604020202020204" pitchFamily="34" charset="0"/>
                    </a:rPr>
                    <a:t>0.13</a:t>
                  </a:r>
                </a:p>
              </p:txBody>
            </p:sp>
            <p:sp>
              <p:nvSpPr>
                <p:cNvPr id="1102" name="TextBox 1101">
                  <a:extLst>
                    <a:ext uri="{FF2B5EF4-FFF2-40B4-BE49-F238E27FC236}">
                      <a16:creationId xmlns:a16="http://schemas.microsoft.com/office/drawing/2014/main" id="{F17BB355-F4C8-AEAB-B4EE-CC78507DECAA}"/>
                    </a:ext>
                  </a:extLst>
                </p:cNvPr>
                <p:cNvSpPr txBox="1"/>
                <p:nvPr/>
              </p:nvSpPr>
              <p:spPr>
                <a:xfrm>
                  <a:off x="27690975" y="8554695"/>
                  <a:ext cx="1201533" cy="4154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lang="en-US" sz="2100">
                      <a:latin typeface="Arial" panose="020B0604020202020204" pitchFamily="34" charset="0"/>
                      <a:cs typeface="Arial" panose="020B0604020202020204" pitchFamily="34" charset="0"/>
                    </a:rPr>
                    <a:t>0</a:t>
                  </a:r>
                </a:p>
              </p:txBody>
            </p:sp>
            <p:sp>
              <p:nvSpPr>
                <p:cNvPr id="1103" name="TextBox 1102">
                  <a:extLst>
                    <a:ext uri="{FF2B5EF4-FFF2-40B4-BE49-F238E27FC236}">
                      <a16:creationId xmlns:a16="http://schemas.microsoft.com/office/drawing/2014/main" id="{9C622235-713B-3F3A-2186-4DD216A34DA7}"/>
                    </a:ext>
                  </a:extLst>
                </p:cNvPr>
                <p:cNvSpPr txBox="1"/>
                <p:nvPr/>
              </p:nvSpPr>
              <p:spPr>
                <a:xfrm>
                  <a:off x="27864963" y="8883767"/>
                  <a:ext cx="1027545" cy="4154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lang="en-US" sz="2100">
                      <a:latin typeface="Arial" panose="020B0604020202020204" pitchFamily="34" charset="0"/>
                      <a:cs typeface="Arial" panose="020B0604020202020204" pitchFamily="34" charset="0"/>
                    </a:rPr>
                    <a:t>0.03</a:t>
                  </a:r>
                </a:p>
              </p:txBody>
            </p:sp>
            <p:sp>
              <p:nvSpPr>
                <p:cNvPr id="1104" name="TextBox 1103">
                  <a:extLst>
                    <a:ext uri="{FF2B5EF4-FFF2-40B4-BE49-F238E27FC236}">
                      <a16:creationId xmlns:a16="http://schemas.microsoft.com/office/drawing/2014/main" id="{B7752D3F-213D-7C86-8B7B-1E2EB14E8020}"/>
                    </a:ext>
                  </a:extLst>
                </p:cNvPr>
                <p:cNvSpPr txBox="1"/>
                <p:nvPr/>
              </p:nvSpPr>
              <p:spPr>
                <a:xfrm>
                  <a:off x="27864963" y="9263246"/>
                  <a:ext cx="1027545" cy="4154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r"/>
                  <a:r>
                    <a:rPr lang="en-US" sz="2100">
                      <a:latin typeface="Arial" panose="020B0604020202020204" pitchFamily="34" charset="0"/>
                      <a:cs typeface="Arial" panose="020B0604020202020204" pitchFamily="34" charset="0"/>
                    </a:rPr>
                    <a:t>0.16</a:t>
                  </a:r>
                </a:p>
              </p:txBody>
            </p:sp>
            <p:sp>
              <p:nvSpPr>
                <p:cNvPr id="1105" name="TextBox 1104">
                  <a:extLst>
                    <a:ext uri="{FF2B5EF4-FFF2-40B4-BE49-F238E27FC236}">
                      <a16:creationId xmlns:a16="http://schemas.microsoft.com/office/drawing/2014/main" id="{BA18E14A-F1AB-3A44-655F-2AA3F823195D}"/>
                    </a:ext>
                  </a:extLst>
                </p:cNvPr>
                <p:cNvSpPr txBox="1"/>
                <p:nvPr/>
              </p:nvSpPr>
              <p:spPr>
                <a:xfrm rot="16200000">
                  <a:off x="28286210" y="7908199"/>
                  <a:ext cx="621242" cy="4154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000">
                      <a:latin typeface="Arial" panose="020B0604020202020204" pitchFamily="34" charset="0"/>
                      <a:cs typeface="Arial" panose="020B0604020202020204" pitchFamily="34" charset="0"/>
                    </a:rPr>
                    <a:t>…</a:t>
                  </a:r>
                </a:p>
              </p:txBody>
            </p:sp>
          </p:grpSp>
          <p:sp>
            <p:nvSpPr>
              <p:cNvPr id="1506" name="TextBox 1505">
                <a:extLst>
                  <a:ext uri="{FF2B5EF4-FFF2-40B4-BE49-F238E27FC236}">
                    <a16:creationId xmlns:a16="http://schemas.microsoft.com/office/drawing/2014/main" id="{0F657E27-7A47-6595-50E5-5ADFA2874050}"/>
                  </a:ext>
                </a:extLst>
              </p:cNvPr>
              <p:cNvSpPr txBox="1"/>
              <p:nvPr/>
            </p:nvSpPr>
            <p:spPr>
              <a:xfrm>
                <a:off x="27945877" y="6674005"/>
                <a:ext cx="1787675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2100" b="1">
                    <a:solidFill>
                      <a:srgbClr val="DE686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Classifier</a:t>
                </a:r>
                <a:endParaRPr lang="en-US" sz="2100" b="1">
                  <a:solidFill>
                    <a:srgbClr val="DE686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43" name="TextBox 1542">
                <a:extLst>
                  <a:ext uri="{FF2B5EF4-FFF2-40B4-BE49-F238E27FC236}">
                    <a16:creationId xmlns:a16="http://schemas.microsoft.com/office/drawing/2014/main" id="{F6742EE2-0929-B21F-AB41-68FB9A325217}"/>
                  </a:ext>
                </a:extLst>
              </p:cNvPr>
              <p:cNvSpPr txBox="1"/>
              <p:nvPr/>
            </p:nvSpPr>
            <p:spPr>
              <a:xfrm>
                <a:off x="21695605" y="6662924"/>
                <a:ext cx="1783696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2100" b="1">
                    <a:solidFill>
                      <a:srgbClr val="DE686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Encoding</a:t>
                </a:r>
                <a:endParaRPr lang="en-US" sz="2100" b="1">
                  <a:solidFill>
                    <a:srgbClr val="DE686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544" name="Group 1543">
                <a:extLst>
                  <a:ext uri="{FF2B5EF4-FFF2-40B4-BE49-F238E27FC236}">
                    <a16:creationId xmlns:a16="http://schemas.microsoft.com/office/drawing/2014/main" id="{3BFC6BA7-2953-72F4-E58B-26738985A8CE}"/>
                  </a:ext>
                </a:extLst>
              </p:cNvPr>
              <p:cNvGrpSpPr/>
              <p:nvPr/>
            </p:nvGrpSpPr>
            <p:grpSpPr>
              <a:xfrm>
                <a:off x="29381958" y="9542344"/>
                <a:ext cx="1076237" cy="461549"/>
                <a:chOff x="951968" y="2612151"/>
                <a:chExt cx="414936" cy="109550"/>
              </a:xfrm>
            </p:grpSpPr>
            <p:sp>
              <p:nvSpPr>
                <p:cNvPr id="1098" name="Rectangle: Rounded Corners 1097">
                  <a:extLst>
                    <a:ext uri="{FF2B5EF4-FFF2-40B4-BE49-F238E27FC236}">
                      <a16:creationId xmlns:a16="http://schemas.microsoft.com/office/drawing/2014/main" id="{8AABA44B-9DF7-46D8-FEBD-732B00BA3151}"/>
                    </a:ext>
                  </a:extLst>
                </p:cNvPr>
                <p:cNvSpPr/>
                <p:nvPr/>
              </p:nvSpPr>
              <p:spPr>
                <a:xfrm>
                  <a:off x="990175" y="2612151"/>
                  <a:ext cx="331968" cy="109550"/>
                </a:xfrm>
                <a:prstGeom prst="roundRect">
                  <a:avLst>
                    <a:gd name="adj" fmla="val 3943"/>
                  </a:avLst>
                </a:prstGeom>
                <a:noFill/>
                <a:ln w="9525">
                  <a:solidFill>
                    <a:srgbClr val="DE6866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99" name="TextBox 1098">
                  <a:extLst>
                    <a:ext uri="{FF2B5EF4-FFF2-40B4-BE49-F238E27FC236}">
                      <a16:creationId xmlns:a16="http://schemas.microsoft.com/office/drawing/2014/main" id="{0C182952-F5B5-A939-DE3D-500FBF0036E5}"/>
                    </a:ext>
                  </a:extLst>
                </p:cNvPr>
                <p:cNvSpPr txBox="1"/>
                <p:nvPr/>
              </p:nvSpPr>
              <p:spPr>
                <a:xfrm>
                  <a:off x="951968" y="2612152"/>
                  <a:ext cx="414936" cy="986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100">
                      <a:latin typeface="Arial" panose="020B0604020202020204" pitchFamily="34" charset="0"/>
                      <a:cs typeface="Arial" panose="020B0604020202020204" pitchFamily="34" charset="0"/>
                    </a:rPr>
                    <a:t>Core</a:t>
                  </a:r>
                </a:p>
              </p:txBody>
            </p:sp>
          </p:grpSp>
          <p:grpSp>
            <p:nvGrpSpPr>
              <p:cNvPr id="1545" name="Group 1544">
                <a:extLst>
                  <a:ext uri="{FF2B5EF4-FFF2-40B4-BE49-F238E27FC236}">
                    <a16:creationId xmlns:a16="http://schemas.microsoft.com/office/drawing/2014/main" id="{F6C74173-D104-C483-4765-A1D2E5814651}"/>
                  </a:ext>
                </a:extLst>
              </p:cNvPr>
              <p:cNvGrpSpPr/>
              <p:nvPr/>
            </p:nvGrpSpPr>
            <p:grpSpPr>
              <a:xfrm>
                <a:off x="21774718" y="9542344"/>
                <a:ext cx="1076237" cy="461549"/>
                <a:chOff x="951968" y="2612151"/>
                <a:chExt cx="414936" cy="109550"/>
              </a:xfrm>
            </p:grpSpPr>
            <p:sp>
              <p:nvSpPr>
                <p:cNvPr id="1096" name="Rectangle: Rounded Corners 1095">
                  <a:extLst>
                    <a:ext uri="{FF2B5EF4-FFF2-40B4-BE49-F238E27FC236}">
                      <a16:creationId xmlns:a16="http://schemas.microsoft.com/office/drawing/2014/main" id="{EA21626B-F4D6-F63A-F8F7-3CAE78364E3B}"/>
                    </a:ext>
                  </a:extLst>
                </p:cNvPr>
                <p:cNvSpPr/>
                <p:nvPr/>
              </p:nvSpPr>
              <p:spPr>
                <a:xfrm>
                  <a:off x="990175" y="2612151"/>
                  <a:ext cx="331968" cy="109550"/>
                </a:xfrm>
                <a:prstGeom prst="roundRect">
                  <a:avLst>
                    <a:gd name="adj" fmla="val 3943"/>
                  </a:avLst>
                </a:prstGeom>
                <a:noFill/>
                <a:ln w="9525">
                  <a:solidFill>
                    <a:srgbClr val="DE6866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97" name="TextBox 1096">
                  <a:extLst>
                    <a:ext uri="{FF2B5EF4-FFF2-40B4-BE49-F238E27FC236}">
                      <a16:creationId xmlns:a16="http://schemas.microsoft.com/office/drawing/2014/main" id="{7605B2DA-DF50-2788-E81A-A08E0FA8CF05}"/>
                    </a:ext>
                  </a:extLst>
                </p:cNvPr>
                <p:cNvSpPr txBox="1"/>
                <p:nvPr/>
              </p:nvSpPr>
              <p:spPr>
                <a:xfrm>
                  <a:off x="951968" y="2612152"/>
                  <a:ext cx="414936" cy="986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100">
                      <a:latin typeface="Arial" panose="020B0604020202020204" pitchFamily="34" charset="0"/>
                      <a:cs typeface="Arial" panose="020B0604020202020204" pitchFamily="34" charset="0"/>
                    </a:rPr>
                    <a:t>Core</a:t>
                  </a:r>
                </a:p>
              </p:txBody>
            </p:sp>
          </p:grpSp>
          <p:pic>
            <p:nvPicPr>
              <p:cNvPr id="1546" name="Picture 1545">
                <a:extLst>
                  <a:ext uri="{FF2B5EF4-FFF2-40B4-BE49-F238E27FC236}">
                    <a16:creationId xmlns:a16="http://schemas.microsoft.com/office/drawing/2014/main" id="{2AF4ABA3-30DC-B9E0-1CCD-A6AFFA2D8C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flipV="1">
                <a:off x="22945808" y="7178877"/>
                <a:ext cx="2418125" cy="2274356"/>
              </a:xfrm>
              <a:prstGeom prst="rect">
                <a:avLst/>
              </a:prstGeom>
            </p:spPr>
          </p:pic>
          <p:sp>
            <p:nvSpPr>
              <p:cNvPr id="1547" name="Rectangle: Rounded Corners 1546">
                <a:extLst>
                  <a:ext uri="{FF2B5EF4-FFF2-40B4-BE49-F238E27FC236}">
                    <a16:creationId xmlns:a16="http://schemas.microsoft.com/office/drawing/2014/main" id="{EEF86CB8-5557-7A8D-259E-9C01CBFB7679}"/>
                  </a:ext>
                </a:extLst>
              </p:cNvPr>
              <p:cNvSpPr/>
              <p:nvPr/>
            </p:nvSpPr>
            <p:spPr>
              <a:xfrm>
                <a:off x="21847758" y="7108931"/>
                <a:ext cx="3566160" cy="2377440"/>
              </a:xfrm>
              <a:prstGeom prst="roundRect">
                <a:avLst>
                  <a:gd name="adj" fmla="val 2564"/>
                </a:avLst>
              </a:prstGeom>
              <a:noFill/>
              <a:ln w="9525">
                <a:solidFill>
                  <a:srgbClr val="DE6866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548" name="Group 1547">
                <a:extLst>
                  <a:ext uri="{FF2B5EF4-FFF2-40B4-BE49-F238E27FC236}">
                    <a16:creationId xmlns:a16="http://schemas.microsoft.com/office/drawing/2014/main" id="{1ECFA765-B6ED-509D-A131-95AE2153E239}"/>
                  </a:ext>
                </a:extLst>
              </p:cNvPr>
              <p:cNvGrpSpPr/>
              <p:nvPr/>
            </p:nvGrpSpPr>
            <p:grpSpPr>
              <a:xfrm>
                <a:off x="23098001" y="9542344"/>
                <a:ext cx="1076237" cy="461549"/>
                <a:chOff x="951968" y="2612151"/>
                <a:chExt cx="414936" cy="109550"/>
              </a:xfrm>
            </p:grpSpPr>
            <p:sp>
              <p:nvSpPr>
                <p:cNvPr id="1094" name="Rectangle: Rounded Corners 1093">
                  <a:extLst>
                    <a:ext uri="{FF2B5EF4-FFF2-40B4-BE49-F238E27FC236}">
                      <a16:creationId xmlns:a16="http://schemas.microsoft.com/office/drawing/2014/main" id="{6B0CCFE3-5D88-1931-58B6-C418395BDC1D}"/>
                    </a:ext>
                  </a:extLst>
                </p:cNvPr>
                <p:cNvSpPr/>
                <p:nvPr/>
              </p:nvSpPr>
              <p:spPr>
                <a:xfrm>
                  <a:off x="990175" y="2612151"/>
                  <a:ext cx="331968" cy="109550"/>
                </a:xfrm>
                <a:prstGeom prst="roundRect">
                  <a:avLst>
                    <a:gd name="adj" fmla="val 3943"/>
                  </a:avLst>
                </a:prstGeom>
                <a:noFill/>
                <a:ln w="9525">
                  <a:solidFill>
                    <a:srgbClr val="DE6866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95" name="TextBox 1094">
                  <a:extLst>
                    <a:ext uri="{FF2B5EF4-FFF2-40B4-BE49-F238E27FC236}">
                      <a16:creationId xmlns:a16="http://schemas.microsoft.com/office/drawing/2014/main" id="{0368B35D-6F37-79AF-0C96-8047868E2C3F}"/>
                    </a:ext>
                  </a:extLst>
                </p:cNvPr>
                <p:cNvSpPr txBox="1"/>
                <p:nvPr/>
              </p:nvSpPr>
              <p:spPr>
                <a:xfrm>
                  <a:off x="951968" y="2612152"/>
                  <a:ext cx="414936" cy="986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100">
                      <a:latin typeface="Arial" panose="020B0604020202020204" pitchFamily="34" charset="0"/>
                      <a:cs typeface="Arial" panose="020B0604020202020204" pitchFamily="34" charset="0"/>
                    </a:rPr>
                    <a:t>Core</a:t>
                  </a:r>
                </a:p>
              </p:txBody>
            </p:sp>
          </p:grpSp>
          <p:grpSp>
            <p:nvGrpSpPr>
              <p:cNvPr id="1549" name="Group 1548">
                <a:extLst>
                  <a:ext uri="{FF2B5EF4-FFF2-40B4-BE49-F238E27FC236}">
                    <a16:creationId xmlns:a16="http://schemas.microsoft.com/office/drawing/2014/main" id="{F07B5B46-D4B6-DF4C-7CF6-9AAEEAC2A4ED}"/>
                  </a:ext>
                </a:extLst>
              </p:cNvPr>
              <p:cNvGrpSpPr/>
              <p:nvPr/>
            </p:nvGrpSpPr>
            <p:grpSpPr>
              <a:xfrm>
                <a:off x="24408578" y="9542344"/>
                <a:ext cx="1076237" cy="461549"/>
                <a:chOff x="951968" y="2612151"/>
                <a:chExt cx="414936" cy="109550"/>
              </a:xfrm>
            </p:grpSpPr>
            <p:sp>
              <p:nvSpPr>
                <p:cNvPr id="1092" name="Rectangle: Rounded Corners 1091">
                  <a:extLst>
                    <a:ext uri="{FF2B5EF4-FFF2-40B4-BE49-F238E27FC236}">
                      <a16:creationId xmlns:a16="http://schemas.microsoft.com/office/drawing/2014/main" id="{8E2AFB81-F204-49B5-DEE7-709EA71B5FE9}"/>
                    </a:ext>
                  </a:extLst>
                </p:cNvPr>
                <p:cNvSpPr/>
                <p:nvPr/>
              </p:nvSpPr>
              <p:spPr>
                <a:xfrm>
                  <a:off x="990175" y="2612151"/>
                  <a:ext cx="331968" cy="109550"/>
                </a:xfrm>
                <a:prstGeom prst="roundRect">
                  <a:avLst>
                    <a:gd name="adj" fmla="val 3943"/>
                  </a:avLst>
                </a:prstGeom>
                <a:noFill/>
                <a:ln w="9525">
                  <a:solidFill>
                    <a:srgbClr val="DE6866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1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93" name="TextBox 1092">
                  <a:extLst>
                    <a:ext uri="{FF2B5EF4-FFF2-40B4-BE49-F238E27FC236}">
                      <a16:creationId xmlns:a16="http://schemas.microsoft.com/office/drawing/2014/main" id="{C870E90F-55B5-48F9-5D7A-6DD1D5B895C8}"/>
                    </a:ext>
                  </a:extLst>
                </p:cNvPr>
                <p:cNvSpPr txBox="1"/>
                <p:nvPr/>
              </p:nvSpPr>
              <p:spPr>
                <a:xfrm>
                  <a:off x="951968" y="2612152"/>
                  <a:ext cx="414936" cy="986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100">
                      <a:latin typeface="Arial" panose="020B0604020202020204" pitchFamily="34" charset="0"/>
                      <a:cs typeface="Arial" panose="020B0604020202020204" pitchFamily="34" charset="0"/>
                    </a:rPr>
                    <a:t>Core</a:t>
                  </a:r>
                </a:p>
              </p:txBody>
            </p:sp>
          </p:grpSp>
          <p:grpSp>
            <p:nvGrpSpPr>
              <p:cNvPr id="1550" name="Group 1549">
                <a:extLst>
                  <a:ext uri="{FF2B5EF4-FFF2-40B4-BE49-F238E27FC236}">
                    <a16:creationId xmlns:a16="http://schemas.microsoft.com/office/drawing/2014/main" id="{F1DB599C-1218-C8E3-B4CA-9E42DFD6537B}"/>
                  </a:ext>
                </a:extLst>
              </p:cNvPr>
              <p:cNvGrpSpPr/>
              <p:nvPr/>
            </p:nvGrpSpPr>
            <p:grpSpPr>
              <a:xfrm>
                <a:off x="22486974" y="7618100"/>
                <a:ext cx="415499" cy="1665794"/>
                <a:chOff x="21737674" y="5945412"/>
                <a:chExt cx="415499" cy="2217171"/>
              </a:xfrm>
            </p:grpSpPr>
            <p:sp>
              <p:nvSpPr>
                <p:cNvPr id="1555" name="TextBox 1554">
                  <a:extLst>
                    <a:ext uri="{FF2B5EF4-FFF2-40B4-BE49-F238E27FC236}">
                      <a16:creationId xmlns:a16="http://schemas.microsoft.com/office/drawing/2014/main" id="{06C8E75B-7C9F-F966-84F2-30BD648ACB1F}"/>
                    </a:ext>
                  </a:extLst>
                </p:cNvPr>
                <p:cNvSpPr txBox="1"/>
                <p:nvPr/>
              </p:nvSpPr>
              <p:spPr>
                <a:xfrm rot="16200000">
                  <a:off x="21531987" y="6151099"/>
                  <a:ext cx="826873" cy="4154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100">
                      <a:latin typeface="Arial" panose="020B0604020202020204" pitchFamily="34" charset="0"/>
                      <a:cs typeface="Arial" panose="020B0604020202020204" pitchFamily="34" charset="0"/>
                    </a:rPr>
                    <a:t>…</a:t>
                  </a:r>
                </a:p>
              </p:txBody>
            </p:sp>
            <p:cxnSp>
              <p:nvCxnSpPr>
                <p:cNvPr id="1556" name="Straight Arrow Connector 1555">
                  <a:extLst>
                    <a:ext uri="{FF2B5EF4-FFF2-40B4-BE49-F238E27FC236}">
                      <a16:creationId xmlns:a16="http://schemas.microsoft.com/office/drawing/2014/main" id="{08A16301-F27E-7E45-B043-61E12F551A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916355" y="5948005"/>
                  <a:ext cx="208216" cy="0"/>
                </a:xfrm>
                <a:prstGeom prst="straightConnector1">
                  <a:avLst/>
                </a:prstGeom>
                <a:ln w="12700">
                  <a:solidFill>
                    <a:srgbClr val="CD9F2D"/>
                  </a:solidFill>
                  <a:tailEnd type="stealth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8" name="Straight Arrow Connector 1087">
                  <a:extLst>
                    <a:ext uri="{FF2B5EF4-FFF2-40B4-BE49-F238E27FC236}">
                      <a16:creationId xmlns:a16="http://schemas.microsoft.com/office/drawing/2014/main" id="{8DC338E8-FB73-81B1-B8AA-34E29E063C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925884" y="6749876"/>
                  <a:ext cx="208216" cy="0"/>
                </a:xfrm>
                <a:prstGeom prst="straightConnector1">
                  <a:avLst/>
                </a:prstGeom>
                <a:ln w="12700">
                  <a:solidFill>
                    <a:srgbClr val="469434"/>
                  </a:solidFill>
                  <a:tailEnd type="stealth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9" name="Straight Arrow Connector 1088">
                  <a:extLst>
                    <a:ext uri="{FF2B5EF4-FFF2-40B4-BE49-F238E27FC236}">
                      <a16:creationId xmlns:a16="http://schemas.microsoft.com/office/drawing/2014/main" id="{F76A9624-3704-B392-C182-CD82D8B2AE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918183" y="7227859"/>
                  <a:ext cx="208216" cy="0"/>
                </a:xfrm>
                <a:prstGeom prst="straightConnector1">
                  <a:avLst/>
                </a:prstGeom>
                <a:ln w="12700">
                  <a:solidFill>
                    <a:srgbClr val="CD9F2D"/>
                  </a:solidFill>
                  <a:tailEnd type="stealth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0" name="Straight Arrow Connector 1089">
                  <a:extLst>
                    <a:ext uri="{FF2B5EF4-FFF2-40B4-BE49-F238E27FC236}">
                      <a16:creationId xmlns:a16="http://schemas.microsoft.com/office/drawing/2014/main" id="{8095A485-BF81-8224-06F6-5846577B57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916355" y="8162583"/>
                  <a:ext cx="208216" cy="0"/>
                </a:xfrm>
                <a:prstGeom prst="straightConnector1">
                  <a:avLst/>
                </a:prstGeom>
                <a:ln w="12700">
                  <a:solidFill>
                    <a:srgbClr val="469434"/>
                  </a:solidFill>
                  <a:tailEnd type="stealth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1" name="Straight Arrow Connector 1090">
                  <a:extLst>
                    <a:ext uri="{FF2B5EF4-FFF2-40B4-BE49-F238E27FC236}">
                      <a16:creationId xmlns:a16="http://schemas.microsoft.com/office/drawing/2014/main" id="{4FCBD67A-AF70-0DF3-5BE3-714D465CD7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931088" y="7676398"/>
                  <a:ext cx="208216" cy="0"/>
                </a:xfrm>
                <a:prstGeom prst="straightConnector1">
                  <a:avLst/>
                </a:prstGeom>
                <a:ln w="12700">
                  <a:solidFill>
                    <a:srgbClr val="CD9F2D"/>
                  </a:solidFill>
                  <a:tailEnd type="stealth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613" name="Group 1612">
            <a:extLst>
              <a:ext uri="{FF2B5EF4-FFF2-40B4-BE49-F238E27FC236}">
                <a16:creationId xmlns:a16="http://schemas.microsoft.com/office/drawing/2014/main" id="{6B634A4E-6ABF-2EF3-FA23-335BEE3511B6}"/>
              </a:ext>
            </a:extLst>
          </p:cNvPr>
          <p:cNvGrpSpPr>
            <a:grpSpLocks noChangeAspect="1"/>
          </p:cNvGrpSpPr>
          <p:nvPr/>
        </p:nvGrpSpPr>
        <p:grpSpPr>
          <a:xfrm>
            <a:off x="10638696" y="11030140"/>
            <a:ext cx="10268878" cy="4443901"/>
            <a:chOff x="288792" y="-4521"/>
            <a:chExt cx="4395353" cy="1902105"/>
          </a:xfrm>
        </p:grpSpPr>
        <p:pic>
          <p:nvPicPr>
            <p:cNvPr id="1614" name="Picture 1613" descr="A green electronic board with a green light&#10;&#10;Description automatically generated">
              <a:extLst>
                <a:ext uri="{FF2B5EF4-FFF2-40B4-BE49-F238E27FC236}">
                  <a16:creationId xmlns:a16="http://schemas.microsoft.com/office/drawing/2014/main" id="{1E50A2F6-C453-09A9-8B50-435C3462A00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16200000">
              <a:off x="463197" y="112329"/>
              <a:ext cx="1392055" cy="1740865"/>
            </a:xfrm>
            <a:prstGeom prst="rect">
              <a:avLst/>
            </a:prstGeom>
          </p:spPr>
        </p:pic>
        <p:sp>
          <p:nvSpPr>
            <p:cNvPr id="1615" name="Rectangle: Rounded Corners 1614">
              <a:extLst>
                <a:ext uri="{FF2B5EF4-FFF2-40B4-BE49-F238E27FC236}">
                  <a16:creationId xmlns:a16="http://schemas.microsoft.com/office/drawing/2014/main" id="{AB8BD76C-8655-E81C-8DE4-7B033D7B5D7B}"/>
                </a:ext>
              </a:extLst>
            </p:cNvPr>
            <p:cNvSpPr/>
            <p:nvPr/>
          </p:nvSpPr>
          <p:spPr>
            <a:xfrm>
              <a:off x="2664951" y="198671"/>
              <a:ext cx="436614" cy="181607"/>
            </a:xfrm>
            <a:prstGeom prst="roundRect">
              <a:avLst>
                <a:gd name="adj" fmla="val 8477"/>
              </a:avLst>
            </a:prstGeom>
            <a:noFill/>
            <a:ln w="12700">
              <a:solidFill>
                <a:srgbClr val="569A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CPU</a:t>
              </a:r>
            </a:p>
          </p:txBody>
        </p:sp>
        <p:sp>
          <p:nvSpPr>
            <p:cNvPr id="1616" name="Rectangle: Rounded Corners 1615">
              <a:extLst>
                <a:ext uri="{FF2B5EF4-FFF2-40B4-BE49-F238E27FC236}">
                  <a16:creationId xmlns:a16="http://schemas.microsoft.com/office/drawing/2014/main" id="{98D8EE22-A0A6-2413-6A6E-05EFF1A5CB1F}"/>
                </a:ext>
              </a:extLst>
            </p:cNvPr>
            <p:cNvSpPr/>
            <p:nvPr/>
          </p:nvSpPr>
          <p:spPr>
            <a:xfrm>
              <a:off x="3740658" y="195930"/>
              <a:ext cx="598261" cy="181608"/>
            </a:xfrm>
            <a:prstGeom prst="roundRect">
              <a:avLst>
                <a:gd name="adj" fmla="val 17307"/>
              </a:avLst>
            </a:prstGeom>
            <a:noFill/>
            <a:ln w="12700">
              <a:solidFill>
                <a:srgbClr val="569A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Memory</a:t>
              </a:r>
              <a:endParaRPr lang="en-US"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7" name="Arrow: Left-Right 1616">
              <a:extLst>
                <a:ext uri="{FF2B5EF4-FFF2-40B4-BE49-F238E27FC236}">
                  <a16:creationId xmlns:a16="http://schemas.microsoft.com/office/drawing/2014/main" id="{868B0E13-A9A4-52F0-C512-A126716B1CFD}"/>
                </a:ext>
              </a:extLst>
            </p:cNvPr>
            <p:cNvSpPr/>
            <p:nvPr/>
          </p:nvSpPr>
          <p:spPr>
            <a:xfrm>
              <a:off x="2213770" y="470856"/>
              <a:ext cx="2438744" cy="249759"/>
            </a:xfrm>
            <a:prstGeom prst="leftRightArrow">
              <a:avLst>
                <a:gd name="adj1" fmla="val 51235"/>
                <a:gd name="adj2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Interconnect</a:t>
              </a:r>
            </a:p>
          </p:txBody>
        </p:sp>
        <p:sp>
          <p:nvSpPr>
            <p:cNvPr id="1618" name="Rectangle: Rounded Corners 1617">
              <a:extLst>
                <a:ext uri="{FF2B5EF4-FFF2-40B4-BE49-F238E27FC236}">
                  <a16:creationId xmlns:a16="http://schemas.microsoft.com/office/drawing/2014/main" id="{ADD50F9F-3D65-BE43-F1C6-23D996C850D5}"/>
                </a:ext>
              </a:extLst>
            </p:cNvPr>
            <p:cNvSpPr/>
            <p:nvPr/>
          </p:nvSpPr>
          <p:spPr>
            <a:xfrm rot="16200000">
              <a:off x="2221168" y="981028"/>
              <a:ext cx="444147" cy="219005"/>
            </a:xfrm>
            <a:prstGeom prst="roundRect">
              <a:avLst>
                <a:gd name="adj" fmla="val 0"/>
              </a:avLst>
            </a:prstGeom>
            <a:noFill/>
            <a:ln w="9525">
              <a:solidFill>
                <a:srgbClr val="DE686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DAC</a:t>
              </a:r>
            </a:p>
          </p:txBody>
        </p:sp>
        <p:pic>
          <p:nvPicPr>
            <p:cNvPr id="1619" name="Picture 1618">
              <a:extLst>
                <a:ext uri="{FF2B5EF4-FFF2-40B4-BE49-F238E27FC236}">
                  <a16:creationId xmlns:a16="http://schemas.microsoft.com/office/drawing/2014/main" id="{FC1EC3B2-258C-B061-1EA4-1BAC8D006A3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752479" y="847782"/>
              <a:ext cx="630769" cy="679059"/>
            </a:xfrm>
            <a:prstGeom prst="rect">
              <a:avLst/>
            </a:prstGeom>
          </p:spPr>
        </p:pic>
        <p:sp>
          <p:nvSpPr>
            <p:cNvPr id="1620" name="Rectangle: Rounded Corners 1619">
              <a:extLst>
                <a:ext uri="{FF2B5EF4-FFF2-40B4-BE49-F238E27FC236}">
                  <a16:creationId xmlns:a16="http://schemas.microsoft.com/office/drawing/2014/main" id="{2EA9AB89-89EB-FA73-6B7C-73757DA9765E}"/>
                </a:ext>
              </a:extLst>
            </p:cNvPr>
            <p:cNvSpPr/>
            <p:nvPr/>
          </p:nvSpPr>
          <p:spPr>
            <a:xfrm>
              <a:off x="2906841" y="1626518"/>
              <a:ext cx="481498" cy="182862"/>
            </a:xfrm>
            <a:prstGeom prst="roundRect">
              <a:avLst>
                <a:gd name="adj" fmla="val 0"/>
              </a:avLst>
            </a:prstGeom>
            <a:noFill/>
            <a:ln w="9525">
              <a:solidFill>
                <a:srgbClr val="DE686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ADC</a:t>
              </a:r>
            </a:p>
          </p:txBody>
        </p:sp>
        <p:sp>
          <p:nvSpPr>
            <p:cNvPr id="1621" name="Rectangle: Rounded Corners 1620">
              <a:extLst>
                <a:ext uri="{FF2B5EF4-FFF2-40B4-BE49-F238E27FC236}">
                  <a16:creationId xmlns:a16="http://schemas.microsoft.com/office/drawing/2014/main" id="{07B7CAB8-EF6F-AE59-EF1E-04D3176A5539}"/>
                </a:ext>
              </a:extLst>
            </p:cNvPr>
            <p:cNvSpPr/>
            <p:nvPr/>
          </p:nvSpPr>
          <p:spPr>
            <a:xfrm>
              <a:off x="2324895" y="1520929"/>
              <a:ext cx="426821" cy="293319"/>
            </a:xfrm>
            <a:prstGeom prst="roundRect">
              <a:avLst>
                <a:gd name="adj" fmla="val 0"/>
              </a:avLst>
            </a:prstGeom>
            <a:noFill/>
            <a:ln w="9525">
              <a:solidFill>
                <a:srgbClr val="DE686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2" name="TextBox 1621">
              <a:extLst>
                <a:ext uri="{FF2B5EF4-FFF2-40B4-BE49-F238E27FC236}">
                  <a16:creationId xmlns:a16="http://schemas.microsoft.com/office/drawing/2014/main" id="{4DB061B4-06E0-6FB7-685E-4EBD96BC99ED}"/>
                </a:ext>
              </a:extLst>
            </p:cNvPr>
            <p:cNvSpPr txBox="1"/>
            <p:nvPr/>
          </p:nvSpPr>
          <p:spPr>
            <a:xfrm>
              <a:off x="2266024" y="1565778"/>
              <a:ext cx="551607" cy="1778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100">
                  <a:latin typeface="Arial" panose="020B0604020202020204" pitchFamily="34" charset="0"/>
                  <a:cs typeface="Arial" panose="020B0604020202020204" pitchFamily="34" charset="0"/>
                </a:rPr>
                <a:t>Control</a:t>
              </a:r>
            </a:p>
          </p:txBody>
        </p:sp>
        <p:sp>
          <p:nvSpPr>
            <p:cNvPr id="1623" name="Arrow: Left-Right 1622">
              <a:extLst>
                <a:ext uri="{FF2B5EF4-FFF2-40B4-BE49-F238E27FC236}">
                  <a16:creationId xmlns:a16="http://schemas.microsoft.com/office/drawing/2014/main" id="{7B0540EA-4F34-89EF-D69B-E73BB1F61767}"/>
                </a:ext>
              </a:extLst>
            </p:cNvPr>
            <p:cNvSpPr/>
            <p:nvPr/>
          </p:nvSpPr>
          <p:spPr>
            <a:xfrm rot="5400000">
              <a:off x="2368415" y="1387325"/>
              <a:ext cx="138096" cy="70201"/>
            </a:xfrm>
            <a:prstGeom prst="leftRightArrow">
              <a:avLst>
                <a:gd name="adj1" fmla="val 42598"/>
                <a:gd name="adj2" fmla="val 54725"/>
              </a:avLst>
            </a:prstGeom>
            <a:noFill/>
            <a:ln w="9525">
              <a:solidFill>
                <a:srgbClr val="DE686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/>
            </a:p>
          </p:txBody>
        </p:sp>
        <p:sp>
          <p:nvSpPr>
            <p:cNvPr id="1624" name="Arrow: Left-Right 1623">
              <a:extLst>
                <a:ext uri="{FF2B5EF4-FFF2-40B4-BE49-F238E27FC236}">
                  <a16:creationId xmlns:a16="http://schemas.microsoft.com/office/drawing/2014/main" id="{EE831F51-F56E-6E5A-D097-7D96B462E9C6}"/>
                </a:ext>
              </a:extLst>
            </p:cNvPr>
            <p:cNvSpPr/>
            <p:nvPr/>
          </p:nvSpPr>
          <p:spPr>
            <a:xfrm>
              <a:off x="2774455" y="1692832"/>
              <a:ext cx="115818" cy="70201"/>
            </a:xfrm>
            <a:prstGeom prst="leftRightArrow">
              <a:avLst>
                <a:gd name="adj1" fmla="val 42598"/>
                <a:gd name="adj2" fmla="val 54725"/>
              </a:avLst>
            </a:prstGeom>
            <a:noFill/>
            <a:ln w="9525">
              <a:solidFill>
                <a:srgbClr val="DE686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/>
            </a:p>
          </p:txBody>
        </p:sp>
        <p:sp>
          <p:nvSpPr>
            <p:cNvPr id="1625" name="Arrow: Right 1624">
              <a:extLst>
                <a:ext uri="{FF2B5EF4-FFF2-40B4-BE49-F238E27FC236}">
                  <a16:creationId xmlns:a16="http://schemas.microsoft.com/office/drawing/2014/main" id="{FE304350-8770-092E-1406-B2C4214C1A04}"/>
                </a:ext>
              </a:extLst>
            </p:cNvPr>
            <p:cNvSpPr/>
            <p:nvPr/>
          </p:nvSpPr>
          <p:spPr>
            <a:xfrm>
              <a:off x="2598182" y="1057025"/>
              <a:ext cx="111533" cy="81356"/>
            </a:xfrm>
            <a:prstGeom prst="rightArrow">
              <a:avLst/>
            </a:prstGeom>
            <a:noFill/>
            <a:ln w="9525">
              <a:solidFill>
                <a:srgbClr val="DE686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/>
            </a:p>
          </p:txBody>
        </p:sp>
        <p:sp>
          <p:nvSpPr>
            <p:cNvPr id="1626" name="Arrow: Right 1625">
              <a:extLst>
                <a:ext uri="{FF2B5EF4-FFF2-40B4-BE49-F238E27FC236}">
                  <a16:creationId xmlns:a16="http://schemas.microsoft.com/office/drawing/2014/main" id="{9E21B831-2168-8460-016E-A567A0BF4CE3}"/>
                </a:ext>
              </a:extLst>
            </p:cNvPr>
            <p:cNvSpPr/>
            <p:nvPr/>
          </p:nvSpPr>
          <p:spPr>
            <a:xfrm rot="5400000">
              <a:off x="3091542" y="1530143"/>
              <a:ext cx="85953" cy="79349"/>
            </a:xfrm>
            <a:prstGeom prst="rightArrow">
              <a:avLst/>
            </a:prstGeom>
            <a:noFill/>
            <a:ln w="9525">
              <a:solidFill>
                <a:srgbClr val="DE686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/>
            </a:p>
          </p:txBody>
        </p:sp>
        <p:sp>
          <p:nvSpPr>
            <p:cNvPr id="1627" name="Rectangle: Rounded Corners 1626">
              <a:extLst>
                <a:ext uri="{FF2B5EF4-FFF2-40B4-BE49-F238E27FC236}">
                  <a16:creationId xmlns:a16="http://schemas.microsoft.com/office/drawing/2014/main" id="{68FB546E-93F1-B81F-537C-EBF8BD973963}"/>
                </a:ext>
              </a:extLst>
            </p:cNvPr>
            <p:cNvSpPr/>
            <p:nvPr/>
          </p:nvSpPr>
          <p:spPr>
            <a:xfrm>
              <a:off x="2281236" y="833588"/>
              <a:ext cx="1173961" cy="1020864"/>
            </a:xfrm>
            <a:prstGeom prst="roundRect">
              <a:avLst>
                <a:gd name="adj" fmla="val 1831"/>
              </a:avLst>
            </a:prstGeom>
            <a:noFill/>
            <a:ln w="9525">
              <a:solidFill>
                <a:srgbClr val="DE6866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8" name="Arrow: Left-Right 1627">
              <a:extLst>
                <a:ext uri="{FF2B5EF4-FFF2-40B4-BE49-F238E27FC236}">
                  <a16:creationId xmlns:a16="http://schemas.microsoft.com/office/drawing/2014/main" id="{2667BF54-076B-15F7-BBCD-4B40FCAFEF12}"/>
                </a:ext>
              </a:extLst>
            </p:cNvPr>
            <p:cNvSpPr/>
            <p:nvPr/>
          </p:nvSpPr>
          <p:spPr>
            <a:xfrm rot="5400000">
              <a:off x="2794780" y="698408"/>
              <a:ext cx="118119" cy="70201"/>
            </a:xfrm>
            <a:prstGeom prst="leftRightArrow">
              <a:avLst>
                <a:gd name="adj1" fmla="val 42598"/>
                <a:gd name="adj2" fmla="val 44548"/>
              </a:avLst>
            </a:prstGeom>
            <a:noFill/>
            <a:ln w="9525">
              <a:solidFill>
                <a:srgbClr val="DE686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/>
            </a:p>
          </p:txBody>
        </p:sp>
        <p:sp>
          <p:nvSpPr>
            <p:cNvPr id="1629" name="Rectangle: Rounded Corners 1628">
              <a:extLst>
                <a:ext uri="{FF2B5EF4-FFF2-40B4-BE49-F238E27FC236}">
                  <a16:creationId xmlns:a16="http://schemas.microsoft.com/office/drawing/2014/main" id="{4AC36590-BF71-1F83-F02F-BE3591A4420A}"/>
                </a:ext>
              </a:extLst>
            </p:cNvPr>
            <p:cNvSpPr/>
            <p:nvPr/>
          </p:nvSpPr>
          <p:spPr>
            <a:xfrm>
              <a:off x="3740267" y="833594"/>
              <a:ext cx="390305" cy="1020858"/>
            </a:xfrm>
            <a:prstGeom prst="roundRect">
              <a:avLst>
                <a:gd name="adj" fmla="val 3943"/>
              </a:avLst>
            </a:prstGeom>
            <a:noFill/>
            <a:ln w="9525">
              <a:solidFill>
                <a:srgbClr val="DE6866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0" name="TextBox 1629">
              <a:extLst>
                <a:ext uri="{FF2B5EF4-FFF2-40B4-BE49-F238E27FC236}">
                  <a16:creationId xmlns:a16="http://schemas.microsoft.com/office/drawing/2014/main" id="{757DEB0E-138A-947A-3E1C-5B6D151F9596}"/>
                </a:ext>
              </a:extLst>
            </p:cNvPr>
            <p:cNvSpPr txBox="1"/>
            <p:nvPr/>
          </p:nvSpPr>
          <p:spPr>
            <a:xfrm>
              <a:off x="3729311" y="1173002"/>
              <a:ext cx="419931" cy="3161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100">
                  <a:latin typeface="Arial" panose="020B0604020202020204" pitchFamily="34" charset="0"/>
                  <a:cs typeface="Arial" panose="020B0604020202020204" pitchFamily="34" charset="0"/>
                </a:rPr>
                <a:t>Core 9</a:t>
              </a:r>
            </a:p>
          </p:txBody>
        </p:sp>
        <p:sp>
          <p:nvSpPr>
            <p:cNvPr id="1631" name="Rectangle: Rounded Corners 1630">
              <a:extLst>
                <a:ext uri="{FF2B5EF4-FFF2-40B4-BE49-F238E27FC236}">
                  <a16:creationId xmlns:a16="http://schemas.microsoft.com/office/drawing/2014/main" id="{C89F5B6A-7B2F-C9D6-E64C-3EC50466FD83}"/>
                </a:ext>
              </a:extLst>
            </p:cNvPr>
            <p:cNvSpPr/>
            <p:nvPr/>
          </p:nvSpPr>
          <p:spPr>
            <a:xfrm>
              <a:off x="4178868" y="833594"/>
              <a:ext cx="390305" cy="1020858"/>
            </a:xfrm>
            <a:prstGeom prst="roundRect">
              <a:avLst>
                <a:gd name="adj" fmla="val 3943"/>
              </a:avLst>
            </a:prstGeom>
            <a:noFill/>
            <a:ln w="9525">
              <a:solidFill>
                <a:srgbClr val="DE6866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2" name="TextBox 1631">
              <a:extLst>
                <a:ext uri="{FF2B5EF4-FFF2-40B4-BE49-F238E27FC236}">
                  <a16:creationId xmlns:a16="http://schemas.microsoft.com/office/drawing/2014/main" id="{584E3D28-B724-600A-6EC3-90978E9A685B}"/>
                </a:ext>
              </a:extLst>
            </p:cNvPr>
            <p:cNvSpPr txBox="1"/>
            <p:nvPr/>
          </p:nvSpPr>
          <p:spPr>
            <a:xfrm>
              <a:off x="4160198" y="1173002"/>
              <a:ext cx="419931" cy="3161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100">
                  <a:latin typeface="Arial" panose="020B0604020202020204" pitchFamily="34" charset="0"/>
                  <a:cs typeface="Arial" panose="020B0604020202020204" pitchFamily="34" charset="0"/>
                </a:rPr>
                <a:t>Core 10</a:t>
              </a:r>
            </a:p>
          </p:txBody>
        </p:sp>
        <p:sp>
          <p:nvSpPr>
            <p:cNvPr id="1633" name="TextBox 1632">
              <a:extLst>
                <a:ext uri="{FF2B5EF4-FFF2-40B4-BE49-F238E27FC236}">
                  <a16:creationId xmlns:a16="http://schemas.microsoft.com/office/drawing/2014/main" id="{6BAEE0F1-FA18-2E4E-43CC-0D3784DB2C9F}"/>
                </a:ext>
              </a:extLst>
            </p:cNvPr>
            <p:cNvSpPr txBox="1"/>
            <p:nvPr/>
          </p:nvSpPr>
          <p:spPr>
            <a:xfrm>
              <a:off x="3447612" y="1185642"/>
              <a:ext cx="292179" cy="1778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100" b="1">
                  <a:solidFill>
                    <a:srgbClr val="DE68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…</a:t>
              </a:r>
            </a:p>
          </p:txBody>
        </p:sp>
        <p:sp>
          <p:nvSpPr>
            <p:cNvPr id="1152" name="Arrow: Left-Right 1151">
              <a:extLst>
                <a:ext uri="{FF2B5EF4-FFF2-40B4-BE49-F238E27FC236}">
                  <a16:creationId xmlns:a16="http://schemas.microsoft.com/office/drawing/2014/main" id="{C47F2B4D-44C1-9295-9C9A-A1E39E11E4B5}"/>
                </a:ext>
              </a:extLst>
            </p:cNvPr>
            <p:cNvSpPr/>
            <p:nvPr/>
          </p:nvSpPr>
          <p:spPr>
            <a:xfrm rot="5400000">
              <a:off x="3885401" y="712580"/>
              <a:ext cx="118119" cy="70201"/>
            </a:xfrm>
            <a:prstGeom prst="leftRightArrow">
              <a:avLst>
                <a:gd name="adj1" fmla="val 42598"/>
                <a:gd name="adj2" fmla="val 44548"/>
              </a:avLst>
            </a:prstGeom>
            <a:noFill/>
            <a:ln w="9525">
              <a:solidFill>
                <a:srgbClr val="DE686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/>
            </a:p>
          </p:txBody>
        </p:sp>
        <p:sp>
          <p:nvSpPr>
            <p:cNvPr id="1153" name="Arrow: Left-Right 1152">
              <a:extLst>
                <a:ext uri="{FF2B5EF4-FFF2-40B4-BE49-F238E27FC236}">
                  <a16:creationId xmlns:a16="http://schemas.microsoft.com/office/drawing/2014/main" id="{2043864E-61B9-7ABB-0C7D-2EBF10E9ED24}"/>
                </a:ext>
              </a:extLst>
            </p:cNvPr>
            <p:cNvSpPr/>
            <p:nvPr/>
          </p:nvSpPr>
          <p:spPr>
            <a:xfrm rot="5400000">
              <a:off x="2838325" y="424388"/>
              <a:ext cx="99827" cy="70201"/>
            </a:xfrm>
            <a:prstGeom prst="leftRightArrow">
              <a:avLst>
                <a:gd name="adj1" fmla="val 42598"/>
                <a:gd name="adj2" fmla="val 44548"/>
              </a:avLst>
            </a:prstGeom>
            <a:noFill/>
            <a:ln w="9525">
              <a:solidFill>
                <a:srgbClr val="569A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>
                <a:solidFill>
                  <a:srgbClr val="569AD0"/>
                </a:solidFill>
              </a:endParaRPr>
            </a:p>
          </p:txBody>
        </p:sp>
        <p:sp>
          <p:nvSpPr>
            <p:cNvPr id="1154" name="Arrow: Left-Right 1153">
              <a:extLst>
                <a:ext uri="{FF2B5EF4-FFF2-40B4-BE49-F238E27FC236}">
                  <a16:creationId xmlns:a16="http://schemas.microsoft.com/office/drawing/2014/main" id="{4C6EC659-C3DE-6D31-4528-B180E788A74B}"/>
                </a:ext>
              </a:extLst>
            </p:cNvPr>
            <p:cNvSpPr/>
            <p:nvPr/>
          </p:nvSpPr>
          <p:spPr>
            <a:xfrm rot="5400000">
              <a:off x="3983532" y="420959"/>
              <a:ext cx="92969" cy="70201"/>
            </a:xfrm>
            <a:prstGeom prst="leftRightArrow">
              <a:avLst>
                <a:gd name="adj1" fmla="val 42598"/>
                <a:gd name="adj2" fmla="val 44548"/>
              </a:avLst>
            </a:prstGeom>
            <a:noFill/>
            <a:ln w="9525">
              <a:solidFill>
                <a:srgbClr val="569A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>
                <a:solidFill>
                  <a:srgbClr val="569AD0"/>
                </a:solidFill>
              </a:endParaRPr>
            </a:p>
          </p:txBody>
        </p:sp>
        <p:sp>
          <p:nvSpPr>
            <p:cNvPr id="1155" name="Arrow: Left-Right 1154">
              <a:extLst>
                <a:ext uri="{FF2B5EF4-FFF2-40B4-BE49-F238E27FC236}">
                  <a16:creationId xmlns:a16="http://schemas.microsoft.com/office/drawing/2014/main" id="{F9BA9B2E-75A4-6CF6-9210-4D583EE4F7E8}"/>
                </a:ext>
              </a:extLst>
            </p:cNvPr>
            <p:cNvSpPr/>
            <p:nvPr/>
          </p:nvSpPr>
          <p:spPr>
            <a:xfrm>
              <a:off x="3214835" y="240091"/>
              <a:ext cx="436613" cy="108029"/>
            </a:xfrm>
            <a:prstGeom prst="leftRightArrow">
              <a:avLst>
                <a:gd name="adj1" fmla="val 42598"/>
                <a:gd name="adj2" fmla="val 61287"/>
              </a:avLst>
            </a:prstGeom>
            <a:noFill/>
            <a:ln w="9525">
              <a:solidFill>
                <a:srgbClr val="569AD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>
                <a:solidFill>
                  <a:srgbClr val="569AD0"/>
                </a:solidFill>
              </a:endParaRPr>
            </a:p>
          </p:txBody>
        </p:sp>
        <p:sp>
          <p:nvSpPr>
            <p:cNvPr id="1157" name="Rectangle: Rounded Corners 1156">
              <a:extLst>
                <a:ext uri="{FF2B5EF4-FFF2-40B4-BE49-F238E27FC236}">
                  <a16:creationId xmlns:a16="http://schemas.microsoft.com/office/drawing/2014/main" id="{FF585B09-2B4B-6D8D-5660-04CF9419BC5B}"/>
                </a:ext>
              </a:extLst>
            </p:cNvPr>
            <p:cNvSpPr/>
            <p:nvPr/>
          </p:nvSpPr>
          <p:spPr>
            <a:xfrm>
              <a:off x="2153921" y="16510"/>
              <a:ext cx="2530224" cy="1881074"/>
            </a:xfrm>
            <a:prstGeom prst="roundRect">
              <a:avLst>
                <a:gd name="adj" fmla="val 2286"/>
              </a:avLst>
            </a:prstGeom>
            <a:noFill/>
            <a:ln w="127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0" name="TextBox 1159">
              <a:extLst>
                <a:ext uri="{FF2B5EF4-FFF2-40B4-BE49-F238E27FC236}">
                  <a16:creationId xmlns:a16="http://schemas.microsoft.com/office/drawing/2014/main" id="{62BDCD40-CB32-3017-0CB2-5556DBF7E7E5}"/>
                </a:ext>
              </a:extLst>
            </p:cNvPr>
            <p:cNvSpPr txBox="1"/>
            <p:nvPr/>
          </p:nvSpPr>
          <p:spPr>
            <a:xfrm>
              <a:off x="2853138" y="-4521"/>
              <a:ext cx="1114820" cy="1778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100" b="1">
                  <a:latin typeface="Arial" panose="020B0604020202020204" pitchFamily="34" charset="0"/>
                  <a:cs typeface="Arial" panose="020B0604020202020204" pitchFamily="34" charset="0"/>
                </a:rPr>
                <a:t>Memristive SoC</a:t>
              </a:r>
            </a:p>
          </p:txBody>
        </p:sp>
        <p:sp>
          <p:nvSpPr>
            <p:cNvPr id="1161" name="Rectangle: Rounded Corners 1160">
              <a:extLst>
                <a:ext uri="{FF2B5EF4-FFF2-40B4-BE49-F238E27FC236}">
                  <a16:creationId xmlns:a16="http://schemas.microsoft.com/office/drawing/2014/main" id="{FF9A24CF-DAFE-385A-1347-E57200B2D3EA}"/>
                </a:ext>
              </a:extLst>
            </p:cNvPr>
            <p:cNvSpPr/>
            <p:nvPr/>
          </p:nvSpPr>
          <p:spPr>
            <a:xfrm>
              <a:off x="1258873" y="765475"/>
              <a:ext cx="460203" cy="452908"/>
            </a:xfrm>
            <a:prstGeom prst="roundRect">
              <a:avLst>
                <a:gd name="adj" fmla="val 3943"/>
              </a:avLst>
            </a:prstGeom>
            <a:noFill/>
            <a:ln w="127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162" name="Straight Connector 1161">
              <a:extLst>
                <a:ext uri="{FF2B5EF4-FFF2-40B4-BE49-F238E27FC236}">
                  <a16:creationId xmlns:a16="http://schemas.microsoft.com/office/drawing/2014/main" id="{942206DC-F3C7-4EF6-0C1F-5EE563DB01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08451" y="66423"/>
              <a:ext cx="447132" cy="709247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3" name="Straight Connector 1162">
              <a:extLst>
                <a:ext uri="{FF2B5EF4-FFF2-40B4-BE49-F238E27FC236}">
                  <a16:creationId xmlns:a16="http://schemas.microsoft.com/office/drawing/2014/main" id="{4B982BE2-A5C1-67A6-ED83-E3B6962DED75}"/>
                </a:ext>
              </a:extLst>
            </p:cNvPr>
            <p:cNvCxnSpPr>
              <a:cxnSpLocks/>
            </p:cNvCxnSpPr>
            <p:nvPr/>
          </p:nvCxnSpPr>
          <p:spPr>
            <a:xfrm>
              <a:off x="1708451" y="1220635"/>
              <a:ext cx="422986" cy="633817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64" name="Arrow: Left-Right 1163">
              <a:extLst>
                <a:ext uri="{FF2B5EF4-FFF2-40B4-BE49-F238E27FC236}">
                  <a16:creationId xmlns:a16="http://schemas.microsoft.com/office/drawing/2014/main" id="{78474B6E-E3FF-BB18-6933-A148D52D99CD}"/>
                </a:ext>
              </a:extLst>
            </p:cNvPr>
            <p:cNvSpPr/>
            <p:nvPr/>
          </p:nvSpPr>
          <p:spPr>
            <a:xfrm rot="5400000">
              <a:off x="4314960" y="709425"/>
              <a:ext cx="118119" cy="70201"/>
            </a:xfrm>
            <a:prstGeom prst="leftRightArrow">
              <a:avLst>
                <a:gd name="adj1" fmla="val 42598"/>
                <a:gd name="adj2" fmla="val 44548"/>
              </a:avLst>
            </a:prstGeom>
            <a:noFill/>
            <a:ln w="9525">
              <a:solidFill>
                <a:srgbClr val="DE686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/>
            </a:p>
          </p:txBody>
        </p:sp>
      </p:grpSp>
      <p:grpSp>
        <p:nvGrpSpPr>
          <p:cNvPr id="1171" name="Group 1170">
            <a:extLst>
              <a:ext uri="{FF2B5EF4-FFF2-40B4-BE49-F238E27FC236}">
                <a16:creationId xmlns:a16="http://schemas.microsoft.com/office/drawing/2014/main" id="{B90BA93B-867E-3919-DC00-6B672C9862F3}"/>
              </a:ext>
            </a:extLst>
          </p:cNvPr>
          <p:cNvGrpSpPr/>
          <p:nvPr/>
        </p:nvGrpSpPr>
        <p:grpSpPr>
          <a:xfrm>
            <a:off x="473915" y="3586210"/>
            <a:ext cx="3998827" cy="3674123"/>
            <a:chOff x="360774" y="345990"/>
            <a:chExt cx="1848403" cy="2038472"/>
          </a:xfrm>
        </p:grpSpPr>
        <p:sp>
          <p:nvSpPr>
            <p:cNvPr id="1172" name="Cloud 1171">
              <a:extLst>
                <a:ext uri="{FF2B5EF4-FFF2-40B4-BE49-F238E27FC236}">
                  <a16:creationId xmlns:a16="http://schemas.microsoft.com/office/drawing/2014/main" id="{70F8CF56-24BD-81A1-5D7F-8989A73433C3}"/>
                </a:ext>
              </a:extLst>
            </p:cNvPr>
            <p:cNvSpPr/>
            <p:nvPr/>
          </p:nvSpPr>
          <p:spPr>
            <a:xfrm>
              <a:off x="360774" y="345990"/>
              <a:ext cx="1816711" cy="906690"/>
            </a:xfrm>
            <a:prstGeom prst="cloud">
              <a:avLst/>
            </a:prstGeom>
            <a:noFill/>
            <a:ln w="6350">
              <a:solidFill>
                <a:srgbClr val="87836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/>
            </a:p>
          </p:txBody>
        </p:sp>
        <p:pic>
          <p:nvPicPr>
            <p:cNvPr id="1173" name="Graphic 1172">
              <a:extLst>
                <a:ext uri="{FF2B5EF4-FFF2-40B4-BE49-F238E27FC236}">
                  <a16:creationId xmlns:a16="http://schemas.microsoft.com/office/drawing/2014/main" id="{AFB19302-892C-CAF5-1943-1D08FEDAD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23224" y="651741"/>
              <a:ext cx="334770" cy="334770"/>
            </a:xfrm>
            <a:prstGeom prst="rect">
              <a:avLst/>
            </a:prstGeom>
          </p:spPr>
        </p:pic>
        <p:pic>
          <p:nvPicPr>
            <p:cNvPr id="1174" name="Graphic 1173">
              <a:extLst>
                <a:ext uri="{FF2B5EF4-FFF2-40B4-BE49-F238E27FC236}">
                  <a16:creationId xmlns:a16="http://schemas.microsoft.com/office/drawing/2014/main" id="{CD64B669-787E-5B3F-70B8-89FAA998686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38818" y="461764"/>
              <a:ext cx="334770" cy="334770"/>
            </a:xfrm>
            <a:prstGeom prst="rect">
              <a:avLst/>
            </a:prstGeom>
          </p:spPr>
        </p:pic>
        <p:pic>
          <p:nvPicPr>
            <p:cNvPr id="1175" name="Graphic 1174">
              <a:extLst>
                <a:ext uri="{FF2B5EF4-FFF2-40B4-BE49-F238E27FC236}">
                  <a16:creationId xmlns:a16="http://schemas.microsoft.com/office/drawing/2014/main" id="{B8598A55-C1D2-B4D8-BA49-C8691067A67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564617" y="654492"/>
              <a:ext cx="334770" cy="334770"/>
            </a:xfrm>
            <a:prstGeom prst="rect">
              <a:avLst/>
            </a:prstGeom>
          </p:spPr>
        </p:pic>
        <p:pic>
          <p:nvPicPr>
            <p:cNvPr id="1176" name="Graphic 1175">
              <a:extLst>
                <a:ext uri="{FF2B5EF4-FFF2-40B4-BE49-F238E27FC236}">
                  <a16:creationId xmlns:a16="http://schemas.microsoft.com/office/drawing/2014/main" id="{AC60D170-6D04-AF92-D4FC-96E3F3B772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59546" y="2104838"/>
              <a:ext cx="235984" cy="235984"/>
            </a:xfrm>
            <a:prstGeom prst="rect">
              <a:avLst/>
            </a:prstGeom>
          </p:spPr>
        </p:pic>
        <p:pic>
          <p:nvPicPr>
            <p:cNvPr id="1177" name="Graphic 1176">
              <a:extLst>
                <a:ext uri="{FF2B5EF4-FFF2-40B4-BE49-F238E27FC236}">
                  <a16:creationId xmlns:a16="http://schemas.microsoft.com/office/drawing/2014/main" id="{21098AF9-9FAF-3766-04E6-40C64B5B9D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336326" y="2104838"/>
              <a:ext cx="279624" cy="279624"/>
            </a:xfrm>
            <a:prstGeom prst="rect">
              <a:avLst/>
            </a:prstGeom>
          </p:spPr>
        </p:pic>
        <p:pic>
          <p:nvPicPr>
            <p:cNvPr id="1178" name="Graphic 1177">
              <a:extLst>
                <a:ext uri="{FF2B5EF4-FFF2-40B4-BE49-F238E27FC236}">
                  <a16:creationId xmlns:a16="http://schemas.microsoft.com/office/drawing/2014/main" id="{8D779B01-8DF7-30FB-3220-A2CF31CED4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011484" y="2009513"/>
              <a:ext cx="235984" cy="235984"/>
            </a:xfrm>
            <a:prstGeom prst="rect">
              <a:avLst/>
            </a:prstGeom>
          </p:spPr>
        </p:pic>
        <p:sp>
          <p:nvSpPr>
            <p:cNvPr id="1179" name="TextBox 1178">
              <a:extLst>
                <a:ext uri="{FF2B5EF4-FFF2-40B4-BE49-F238E27FC236}">
                  <a16:creationId xmlns:a16="http://schemas.microsoft.com/office/drawing/2014/main" id="{6BC229F8-F125-4FC0-FF66-2D0BC3631446}"/>
                </a:ext>
              </a:extLst>
            </p:cNvPr>
            <p:cNvSpPr txBox="1"/>
            <p:nvPr/>
          </p:nvSpPr>
          <p:spPr>
            <a:xfrm>
              <a:off x="908976" y="937928"/>
              <a:ext cx="662465" cy="2084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100" dirty="0">
                  <a:solidFill>
                    <a:srgbClr val="8783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AI Models</a:t>
              </a:r>
              <a:endParaRPr lang="en-US" sz="2100" dirty="0">
                <a:solidFill>
                  <a:srgbClr val="878366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0" name="TextBox 1179">
              <a:extLst>
                <a:ext uri="{FF2B5EF4-FFF2-40B4-BE49-F238E27FC236}">
                  <a16:creationId xmlns:a16="http://schemas.microsoft.com/office/drawing/2014/main" id="{2B3275C2-AC56-B525-EB95-FE81CE2CEE9C}"/>
                </a:ext>
              </a:extLst>
            </p:cNvPr>
            <p:cNvSpPr txBox="1"/>
            <p:nvPr/>
          </p:nvSpPr>
          <p:spPr>
            <a:xfrm>
              <a:off x="1272285" y="1868243"/>
              <a:ext cx="936892" cy="2305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100" dirty="0">
                  <a:solidFill>
                    <a:srgbClr val="559AD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Edge Devices</a:t>
              </a:r>
              <a:endParaRPr lang="en-US" sz="2100" dirty="0">
                <a:solidFill>
                  <a:srgbClr val="559AD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181" name="Straight Arrow Connector 1180">
              <a:extLst>
                <a:ext uri="{FF2B5EF4-FFF2-40B4-BE49-F238E27FC236}">
                  <a16:creationId xmlns:a16="http://schemas.microsoft.com/office/drawing/2014/main" id="{FD94D6CB-9353-7F7C-FEAC-C170C052F9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36476" y="1317266"/>
              <a:ext cx="122495" cy="599714"/>
            </a:xfrm>
            <a:prstGeom prst="straightConnector1">
              <a:avLst/>
            </a:prstGeom>
            <a:ln w="28575">
              <a:solidFill>
                <a:srgbClr val="559AD0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2" name="Straight Arrow Connector 1181">
              <a:extLst>
                <a:ext uri="{FF2B5EF4-FFF2-40B4-BE49-F238E27FC236}">
                  <a16:creationId xmlns:a16="http://schemas.microsoft.com/office/drawing/2014/main" id="{55F77CA5-50BC-E321-72F6-2BCE88DA1D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982" y="1271679"/>
              <a:ext cx="124606" cy="627072"/>
            </a:xfrm>
            <a:prstGeom prst="straightConnector1">
              <a:avLst/>
            </a:prstGeom>
            <a:ln w="28575">
              <a:solidFill>
                <a:srgbClr val="559AD0"/>
              </a:solidFill>
              <a:tailEnd type="stealth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83" name="TextBox 1182">
              <a:extLst>
                <a:ext uri="{FF2B5EF4-FFF2-40B4-BE49-F238E27FC236}">
                  <a16:creationId xmlns:a16="http://schemas.microsoft.com/office/drawing/2014/main" id="{E394DE2B-CBF1-5783-5DE6-D952AC80B82D}"/>
                </a:ext>
              </a:extLst>
            </p:cNvPr>
            <p:cNvSpPr txBox="1"/>
            <p:nvPr/>
          </p:nvSpPr>
          <p:spPr>
            <a:xfrm>
              <a:off x="1318612" y="1396550"/>
              <a:ext cx="521446" cy="2084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100" dirty="0">
                  <a:solidFill>
                    <a:srgbClr val="559AD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Results</a:t>
              </a:r>
            </a:p>
          </p:txBody>
        </p:sp>
        <p:sp>
          <p:nvSpPr>
            <p:cNvPr id="1184" name="TextBox 1183">
              <a:extLst>
                <a:ext uri="{FF2B5EF4-FFF2-40B4-BE49-F238E27FC236}">
                  <a16:creationId xmlns:a16="http://schemas.microsoft.com/office/drawing/2014/main" id="{9AB5B967-D5FC-1B6E-5D10-0D087D873C9A}"/>
                </a:ext>
              </a:extLst>
            </p:cNvPr>
            <p:cNvSpPr txBox="1"/>
            <p:nvPr/>
          </p:nvSpPr>
          <p:spPr>
            <a:xfrm>
              <a:off x="722877" y="1632110"/>
              <a:ext cx="378372" cy="2084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100" dirty="0">
                  <a:solidFill>
                    <a:srgbClr val="559AD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</a:t>
              </a:r>
            </a:p>
          </p:txBody>
        </p:sp>
      </p:grpSp>
      <p:sp>
        <p:nvSpPr>
          <p:cNvPr id="1185" name="TextBox 38">
            <a:extLst>
              <a:ext uri="{FF2B5EF4-FFF2-40B4-BE49-F238E27FC236}">
                <a16:creationId xmlns:a16="http://schemas.microsoft.com/office/drawing/2014/main" id="{E9D90AAB-8D28-5A88-A684-FE259C3657C7}"/>
              </a:ext>
            </a:extLst>
          </p:cNvPr>
          <p:cNvSpPr txBox="1"/>
          <p:nvPr/>
        </p:nvSpPr>
        <p:spPr>
          <a:xfrm>
            <a:off x="7039869" y="3354416"/>
            <a:ext cx="7865862" cy="615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US" b="1" dirty="0">
                <a:solidFill>
                  <a:srgbClr val="8B2233"/>
                </a:solidFill>
              </a:rPr>
              <a:t>Challenges and Motivations </a:t>
            </a:r>
            <a:endParaRPr b="1" dirty="0">
              <a:solidFill>
                <a:srgbClr val="8B2233"/>
              </a:solidFill>
            </a:endParaRPr>
          </a:p>
        </p:txBody>
      </p:sp>
      <p:sp>
        <p:nvSpPr>
          <p:cNvPr id="1186" name="TextBox 1185">
            <a:extLst>
              <a:ext uri="{FF2B5EF4-FFF2-40B4-BE49-F238E27FC236}">
                <a16:creationId xmlns:a16="http://schemas.microsoft.com/office/drawing/2014/main" id="{28126A2D-EC6A-5340-A4C1-805F548A5ABB}"/>
              </a:ext>
            </a:extLst>
          </p:cNvPr>
          <p:cNvSpPr txBox="1"/>
          <p:nvPr/>
        </p:nvSpPr>
        <p:spPr>
          <a:xfrm>
            <a:off x="9957362" y="8307108"/>
            <a:ext cx="5612642" cy="299902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just">
              <a:lnSpc>
                <a:spcPct val="120000"/>
              </a:lnSpc>
              <a:defRPr sz="21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US" b="1" dirty="0" err="1"/>
              <a:t>Memristive</a:t>
            </a:r>
            <a:r>
              <a:rPr lang="en-US" b="1" dirty="0"/>
              <a:t> SoC</a:t>
            </a:r>
          </a:p>
          <a:p>
            <a:pPr marL="342900" indent="-34290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10 </a:t>
            </a:r>
            <a:r>
              <a:rPr lang="en-US" dirty="0" err="1"/>
              <a:t>memristive</a:t>
            </a:r>
            <a:r>
              <a:rPr lang="en-US" dirty="0"/>
              <a:t> analog computing cores</a:t>
            </a:r>
          </a:p>
          <a:p>
            <a:pPr marL="342900" indent="-34290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RSIC-V CPU</a:t>
            </a:r>
          </a:p>
          <a:p>
            <a:pPr marL="342900" indent="-34290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On-chip interconnections between CPU, memory and computing Cores</a:t>
            </a:r>
          </a:p>
          <a:p>
            <a:pPr marL="342900" indent="-34290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SPI for off-chip communications</a:t>
            </a:r>
          </a:p>
        </p:txBody>
      </p:sp>
      <p:sp>
        <p:nvSpPr>
          <p:cNvPr id="1778" name="TextBox 39">
            <a:extLst>
              <a:ext uri="{FF2B5EF4-FFF2-40B4-BE49-F238E27FC236}">
                <a16:creationId xmlns:a16="http://schemas.microsoft.com/office/drawing/2014/main" id="{3F9B34D1-6419-926A-6E60-9404FF5B0683}"/>
              </a:ext>
            </a:extLst>
          </p:cNvPr>
          <p:cNvSpPr txBox="1"/>
          <p:nvPr/>
        </p:nvSpPr>
        <p:spPr>
          <a:xfrm>
            <a:off x="14051935" y="17870839"/>
            <a:ext cx="7268768" cy="2457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120000"/>
              </a:lnSpc>
              <a:defRPr sz="2100">
                <a:solidFill>
                  <a:srgbClr val="344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chemeClr val="tx1"/>
                </a:solidFill>
              </a:rPr>
              <a:t>Hardware-aware Encoding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Input vectors: </a:t>
            </a:r>
            <a:r>
              <a:rPr lang="en-US" dirty="0">
                <a:solidFill>
                  <a:schemeClr val="tx1"/>
                </a:solidFill>
              </a:rPr>
              <a:t>Voltage vectors as feature vectors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Random matrix</a:t>
            </a:r>
            <a:r>
              <a:rPr lang="en-US" dirty="0">
                <a:solidFill>
                  <a:schemeClr val="tx1"/>
                </a:solidFill>
              </a:rPr>
              <a:t>: Conductance matrix using the intrinsic randomness of memristors 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Output HVs</a:t>
            </a:r>
            <a:r>
              <a:rPr lang="en-US" dirty="0">
                <a:solidFill>
                  <a:schemeClr val="tx1"/>
                </a:solidFill>
              </a:rPr>
              <a:t>: Single-step VMM outputs</a:t>
            </a:r>
          </a:p>
        </p:txBody>
      </p:sp>
      <p:sp>
        <p:nvSpPr>
          <p:cNvPr id="1781" name="TextBox 38">
            <a:extLst>
              <a:ext uri="{FF2B5EF4-FFF2-40B4-BE49-F238E27FC236}">
                <a16:creationId xmlns:a16="http://schemas.microsoft.com/office/drawing/2014/main" id="{53E9294B-0C4E-3061-9371-EF9CABC13E95}"/>
              </a:ext>
            </a:extLst>
          </p:cNvPr>
          <p:cNvSpPr txBox="1"/>
          <p:nvPr/>
        </p:nvSpPr>
        <p:spPr>
          <a:xfrm>
            <a:off x="4153163" y="23795500"/>
            <a:ext cx="13642222" cy="615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US" b="1" dirty="0">
                <a:solidFill>
                  <a:srgbClr val="8B2233"/>
                </a:solidFill>
              </a:rPr>
              <a:t>Simulation and Experimental Results for Language Classification </a:t>
            </a: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98994F52-6D93-C2FE-3E5B-0C88481861CF}"/>
              </a:ext>
            </a:extLst>
          </p:cNvPr>
          <p:cNvSpPr txBox="1"/>
          <p:nvPr/>
        </p:nvSpPr>
        <p:spPr>
          <a:xfrm>
            <a:off x="15324021" y="8307108"/>
            <a:ext cx="6148092" cy="2069541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just">
              <a:lnSpc>
                <a:spcPct val="120000"/>
              </a:lnSpc>
              <a:defRPr sz="21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US" b="1" dirty="0" err="1"/>
              <a:t>Memristive</a:t>
            </a:r>
            <a:r>
              <a:rPr lang="en-US" b="1" dirty="0"/>
              <a:t> computing core</a:t>
            </a:r>
          </a:p>
          <a:p>
            <a:pPr marL="342900" indent="-34290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248 × 256 1T1R crossbar array for analog VMM </a:t>
            </a:r>
          </a:p>
          <a:p>
            <a:pPr marL="342900" indent="-34290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On-chip TIA, ADC, DAC for A/D conversion</a:t>
            </a:r>
          </a:p>
          <a:p>
            <a:pPr marL="342900" indent="-34290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Max Pooling on-chip activation function</a:t>
            </a:r>
          </a:p>
        </p:txBody>
      </p:sp>
      <p:sp>
        <p:nvSpPr>
          <p:cNvPr id="1523" name="TextBox 38">
            <a:extLst>
              <a:ext uri="{FF2B5EF4-FFF2-40B4-BE49-F238E27FC236}">
                <a16:creationId xmlns:a16="http://schemas.microsoft.com/office/drawing/2014/main" id="{1402D73B-981A-E312-D83E-2F4FA25B74CC}"/>
              </a:ext>
            </a:extLst>
          </p:cNvPr>
          <p:cNvSpPr txBox="1"/>
          <p:nvPr/>
        </p:nvSpPr>
        <p:spPr>
          <a:xfrm>
            <a:off x="545325" y="7588342"/>
            <a:ext cx="8827096" cy="615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US" altLang="zh-CN" b="1" dirty="0">
                <a:solidFill>
                  <a:srgbClr val="8B2233"/>
                </a:solidFill>
              </a:rPr>
              <a:t>HW-Algorithm Co-Design: HDC with VMM</a:t>
            </a:r>
            <a:endParaRPr b="1" dirty="0">
              <a:solidFill>
                <a:srgbClr val="8B2233"/>
              </a:solidFill>
            </a:endParaRPr>
          </a:p>
        </p:txBody>
      </p:sp>
      <p:sp>
        <p:nvSpPr>
          <p:cNvPr id="1524" name="TextBox 38">
            <a:extLst>
              <a:ext uri="{FF2B5EF4-FFF2-40B4-BE49-F238E27FC236}">
                <a16:creationId xmlns:a16="http://schemas.microsoft.com/office/drawing/2014/main" id="{98E543AF-03B5-43A4-44CD-61D31D3D37A0}"/>
              </a:ext>
            </a:extLst>
          </p:cNvPr>
          <p:cNvSpPr txBox="1"/>
          <p:nvPr/>
        </p:nvSpPr>
        <p:spPr>
          <a:xfrm>
            <a:off x="11732747" y="7588342"/>
            <a:ext cx="7875653" cy="615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US" altLang="zh-CN" b="1" dirty="0">
                <a:solidFill>
                  <a:srgbClr val="8B2233"/>
                </a:solidFill>
              </a:rPr>
              <a:t>Hardware Platform: Memristive SoC</a:t>
            </a:r>
            <a:r>
              <a:rPr lang="en-US" altLang="zh-CN" b="1" baseline="30000" dirty="0">
                <a:solidFill>
                  <a:srgbClr val="8B2233"/>
                </a:solidFill>
              </a:rPr>
              <a:t>1</a:t>
            </a:r>
            <a:endParaRPr b="1" baseline="30000" dirty="0">
              <a:solidFill>
                <a:srgbClr val="8B2233"/>
              </a:solidFill>
            </a:endParaRPr>
          </a:p>
        </p:txBody>
      </p:sp>
      <p:sp>
        <p:nvSpPr>
          <p:cNvPr id="1525" name="Rectangle: Rounded Corners 1524">
            <a:extLst>
              <a:ext uri="{FF2B5EF4-FFF2-40B4-BE49-F238E27FC236}">
                <a16:creationId xmlns:a16="http://schemas.microsoft.com/office/drawing/2014/main" id="{68C3E695-E1D1-40EF-21AD-F9239F0FB4E1}"/>
              </a:ext>
            </a:extLst>
          </p:cNvPr>
          <p:cNvSpPr/>
          <p:nvPr/>
        </p:nvSpPr>
        <p:spPr>
          <a:xfrm>
            <a:off x="9749527" y="7507317"/>
            <a:ext cx="11826375" cy="9113545"/>
          </a:xfrm>
          <a:prstGeom prst="roundRect">
            <a:avLst>
              <a:gd name="adj" fmla="val 1315"/>
            </a:avLst>
          </a:prstGeom>
          <a:noFill/>
          <a:ln w="38100" cap="flat">
            <a:solidFill>
              <a:srgbClr val="8B2233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endParaRPr lang="en-US"/>
          </a:p>
        </p:txBody>
      </p:sp>
      <p:sp>
        <p:nvSpPr>
          <p:cNvPr id="1527" name="TextBox 38">
            <a:extLst>
              <a:ext uri="{FF2B5EF4-FFF2-40B4-BE49-F238E27FC236}">
                <a16:creationId xmlns:a16="http://schemas.microsoft.com/office/drawing/2014/main" id="{D14048C2-F6A6-8433-F7D5-67EE900B7235}"/>
              </a:ext>
            </a:extLst>
          </p:cNvPr>
          <p:cNvSpPr txBox="1"/>
          <p:nvPr/>
        </p:nvSpPr>
        <p:spPr>
          <a:xfrm>
            <a:off x="4151689" y="16845692"/>
            <a:ext cx="13642222" cy="615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US" b="1" dirty="0">
                <a:solidFill>
                  <a:srgbClr val="8B2233"/>
                </a:solidFill>
              </a:rPr>
              <a:t>Hardware Implementation of HDC with Memristive SoC</a:t>
            </a:r>
            <a:endParaRPr b="1" dirty="0">
              <a:solidFill>
                <a:srgbClr val="8B2233"/>
              </a:solidFill>
            </a:endParaRPr>
          </a:p>
        </p:txBody>
      </p:sp>
      <p:sp>
        <p:nvSpPr>
          <p:cNvPr id="1531" name="Rectangle: Rounded Corners 1530">
            <a:extLst>
              <a:ext uri="{FF2B5EF4-FFF2-40B4-BE49-F238E27FC236}">
                <a16:creationId xmlns:a16="http://schemas.microsoft.com/office/drawing/2014/main" id="{EF60E622-8EF6-A7BC-2613-A8080CBC0FF9}"/>
              </a:ext>
            </a:extLst>
          </p:cNvPr>
          <p:cNvSpPr/>
          <p:nvPr/>
        </p:nvSpPr>
        <p:spPr>
          <a:xfrm>
            <a:off x="368253" y="16787560"/>
            <a:ext cx="21207649" cy="6779926"/>
          </a:xfrm>
          <a:prstGeom prst="roundRect">
            <a:avLst>
              <a:gd name="adj" fmla="val 1955"/>
            </a:avLst>
          </a:prstGeom>
          <a:noFill/>
          <a:ln w="38100" cap="flat">
            <a:solidFill>
              <a:srgbClr val="8B2233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endParaRPr lang="en-US"/>
          </a:p>
        </p:txBody>
      </p:sp>
      <p:sp>
        <p:nvSpPr>
          <p:cNvPr id="1532" name="TextBox 1531">
            <a:extLst>
              <a:ext uri="{FF2B5EF4-FFF2-40B4-BE49-F238E27FC236}">
                <a16:creationId xmlns:a16="http://schemas.microsoft.com/office/drawing/2014/main" id="{68CE1ECF-52CC-E62B-7E3B-B0E516788E4B}"/>
              </a:ext>
            </a:extLst>
          </p:cNvPr>
          <p:cNvSpPr txBox="1"/>
          <p:nvPr/>
        </p:nvSpPr>
        <p:spPr>
          <a:xfrm>
            <a:off x="4593610" y="4027418"/>
            <a:ext cx="8503375" cy="3152914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21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altLang="zh-CN" dirty="0"/>
              <a:t>Algorithm: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Artificial intelligence (AI) models are too large for edge devices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Most AI models require multiple layers of computation (like DNNs)</a:t>
            </a:r>
            <a:endParaRPr lang="en-US" dirty="0"/>
          </a:p>
          <a:p>
            <a:r>
              <a:rPr lang="en-US" dirty="0"/>
              <a:t>Hardware: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Limited computing resources on edge devices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Limited power source on most edge devices</a:t>
            </a:r>
          </a:p>
        </p:txBody>
      </p:sp>
      <p:sp>
        <p:nvSpPr>
          <p:cNvPr id="1533" name="TextBox 1532">
            <a:extLst>
              <a:ext uri="{FF2B5EF4-FFF2-40B4-BE49-F238E27FC236}">
                <a16:creationId xmlns:a16="http://schemas.microsoft.com/office/drawing/2014/main" id="{C5FFD75E-95DC-9B96-3308-48A8EBFFB53B}"/>
              </a:ext>
            </a:extLst>
          </p:cNvPr>
          <p:cNvSpPr txBox="1"/>
          <p:nvPr/>
        </p:nvSpPr>
        <p:spPr>
          <a:xfrm>
            <a:off x="13072122" y="4027418"/>
            <a:ext cx="8645483" cy="3152914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21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dirty="0"/>
              <a:t>Algorithm solution: </a:t>
            </a:r>
          </a:p>
          <a:p>
            <a:r>
              <a:rPr lang="en-US" b="0" dirty="0">
                <a:sym typeface="Wingdings" panose="05000000000000000000" pitchFamily="2" charset="2"/>
              </a:rPr>
              <a:t> </a:t>
            </a:r>
            <a:r>
              <a:rPr lang="en-US" b="0" dirty="0"/>
              <a:t>Brain-inspired hyper-dimensional computing (HDC)</a:t>
            </a:r>
          </a:p>
          <a:p>
            <a:r>
              <a:rPr lang="en-US" dirty="0"/>
              <a:t>Hardware solution: </a:t>
            </a:r>
          </a:p>
          <a:p>
            <a:r>
              <a:rPr lang="en-US" b="0" dirty="0">
                <a:sym typeface="Wingdings" panose="05000000000000000000" pitchFamily="2" charset="2"/>
              </a:rPr>
              <a:t> </a:t>
            </a:r>
            <a:r>
              <a:rPr lang="en-US" b="0" dirty="0"/>
              <a:t>In-memory computing (IMC) hardware based on memristor devices</a:t>
            </a:r>
          </a:p>
          <a:p>
            <a:r>
              <a:rPr lang="en-US" dirty="0"/>
              <a:t>Hardware-Algorithm co-design solution:</a:t>
            </a:r>
          </a:p>
          <a:p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VMM-based encoding + Single-layer perceptron classifier</a:t>
            </a:r>
          </a:p>
        </p:txBody>
      </p:sp>
      <p:grpSp>
        <p:nvGrpSpPr>
          <p:cNvPr id="1568" name="Group 1567">
            <a:extLst>
              <a:ext uri="{FF2B5EF4-FFF2-40B4-BE49-F238E27FC236}">
                <a16:creationId xmlns:a16="http://schemas.microsoft.com/office/drawing/2014/main" id="{6CF70A33-BF05-1DC8-FF7B-B7F066949BAC}"/>
              </a:ext>
            </a:extLst>
          </p:cNvPr>
          <p:cNvGrpSpPr/>
          <p:nvPr/>
        </p:nvGrpSpPr>
        <p:grpSpPr>
          <a:xfrm>
            <a:off x="10087797" y="15364182"/>
            <a:ext cx="3836354" cy="1146817"/>
            <a:chOff x="19494284" y="10698926"/>
            <a:chExt cx="3836354" cy="1146817"/>
          </a:xfrm>
        </p:grpSpPr>
        <p:sp>
          <p:nvSpPr>
            <p:cNvPr id="1538" name="TextBox 1537">
              <a:extLst>
                <a:ext uri="{FF2B5EF4-FFF2-40B4-BE49-F238E27FC236}">
                  <a16:creationId xmlns:a16="http://schemas.microsoft.com/office/drawing/2014/main" id="{154731C6-9E12-04B6-53E7-D8CA25314D97}"/>
                </a:ext>
              </a:extLst>
            </p:cNvPr>
            <p:cNvSpPr txBox="1"/>
            <p:nvPr/>
          </p:nvSpPr>
          <p:spPr>
            <a:xfrm>
              <a:off x="19494284" y="10698926"/>
              <a:ext cx="2938813" cy="3693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SoC: system on chip</a:t>
              </a:r>
              <a:endParaRPr 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1539" name="TextBox 1538">
              <a:extLst>
                <a:ext uri="{FF2B5EF4-FFF2-40B4-BE49-F238E27FC236}">
                  <a16:creationId xmlns:a16="http://schemas.microsoft.com/office/drawing/2014/main" id="{A07F5208-6391-0DC5-09F2-3E775B6C2FFB}"/>
                </a:ext>
              </a:extLst>
            </p:cNvPr>
            <p:cNvSpPr txBox="1"/>
            <p:nvPr/>
          </p:nvSpPr>
          <p:spPr>
            <a:xfrm>
              <a:off x="19494284" y="11099858"/>
              <a:ext cx="3836354" cy="3693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CPU: central processing unit</a:t>
              </a:r>
              <a:endParaRPr 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1541" name="TextBox 1540">
              <a:extLst>
                <a:ext uri="{FF2B5EF4-FFF2-40B4-BE49-F238E27FC236}">
                  <a16:creationId xmlns:a16="http://schemas.microsoft.com/office/drawing/2014/main" id="{B7C561A8-0069-D67B-004C-EB1D698D2265}"/>
                </a:ext>
              </a:extLst>
            </p:cNvPr>
            <p:cNvSpPr txBox="1"/>
            <p:nvPr/>
          </p:nvSpPr>
          <p:spPr>
            <a:xfrm>
              <a:off x="19494284" y="11476411"/>
              <a:ext cx="3464101" cy="3693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SPI: Serial peripheral interface</a:t>
              </a:r>
              <a:endParaRPr lang="en-US" sz="1800" dirty="0">
                <a:solidFill>
                  <a:schemeClr val="tx1"/>
                </a:solidFill>
              </a:endParaRPr>
            </a:p>
          </p:txBody>
        </p:sp>
      </p:grpSp>
      <p:sp>
        <p:nvSpPr>
          <p:cNvPr id="1542" name="TextBox 1541">
            <a:extLst>
              <a:ext uri="{FF2B5EF4-FFF2-40B4-BE49-F238E27FC236}">
                <a16:creationId xmlns:a16="http://schemas.microsoft.com/office/drawing/2014/main" id="{E9D18209-D6CD-3A61-D859-B098A951ECB5}"/>
              </a:ext>
            </a:extLst>
          </p:cNvPr>
          <p:cNvSpPr txBox="1"/>
          <p:nvPr/>
        </p:nvSpPr>
        <p:spPr>
          <a:xfrm>
            <a:off x="13752397" y="15654578"/>
            <a:ext cx="3836354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1T1R: 1-transistor-1-memristor</a:t>
            </a:r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1551" name="TextBox 1550">
            <a:extLst>
              <a:ext uri="{FF2B5EF4-FFF2-40B4-BE49-F238E27FC236}">
                <a16:creationId xmlns:a16="http://schemas.microsoft.com/office/drawing/2014/main" id="{95F77197-EC20-1362-AD6D-8BC27F9657C1}"/>
              </a:ext>
            </a:extLst>
          </p:cNvPr>
          <p:cNvSpPr txBox="1"/>
          <p:nvPr/>
        </p:nvSpPr>
        <p:spPr>
          <a:xfrm>
            <a:off x="13752397" y="16131479"/>
            <a:ext cx="3836354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TIA: transimpedance amplifier </a:t>
            </a:r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1552" name="TextBox 1551">
            <a:extLst>
              <a:ext uri="{FF2B5EF4-FFF2-40B4-BE49-F238E27FC236}">
                <a16:creationId xmlns:a16="http://schemas.microsoft.com/office/drawing/2014/main" id="{8C7DF6A8-99C0-816A-94AB-A257305B0911}"/>
              </a:ext>
            </a:extLst>
          </p:cNvPr>
          <p:cNvSpPr txBox="1"/>
          <p:nvPr/>
        </p:nvSpPr>
        <p:spPr>
          <a:xfrm>
            <a:off x="17686319" y="15654578"/>
            <a:ext cx="3836354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ADC: analog-to-digital converter</a:t>
            </a:r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1553" name="TextBox 1552">
            <a:extLst>
              <a:ext uri="{FF2B5EF4-FFF2-40B4-BE49-F238E27FC236}">
                <a16:creationId xmlns:a16="http://schemas.microsoft.com/office/drawing/2014/main" id="{A9D8D6BE-C33F-52D9-6203-E6C1612A776A}"/>
              </a:ext>
            </a:extLst>
          </p:cNvPr>
          <p:cNvSpPr txBox="1"/>
          <p:nvPr/>
        </p:nvSpPr>
        <p:spPr>
          <a:xfrm>
            <a:off x="17686319" y="16131479"/>
            <a:ext cx="3929686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DAC: digital-to-analog converter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554" name="Rectangle: Rounded Corners 1553">
            <a:extLst>
              <a:ext uri="{FF2B5EF4-FFF2-40B4-BE49-F238E27FC236}">
                <a16:creationId xmlns:a16="http://schemas.microsoft.com/office/drawing/2014/main" id="{2751A07E-8B86-72F2-2B43-3F8D61C5ABA4}"/>
              </a:ext>
            </a:extLst>
          </p:cNvPr>
          <p:cNvSpPr/>
          <p:nvPr/>
        </p:nvSpPr>
        <p:spPr>
          <a:xfrm>
            <a:off x="368252" y="23731164"/>
            <a:ext cx="21210969" cy="8297230"/>
          </a:xfrm>
          <a:prstGeom prst="roundRect">
            <a:avLst>
              <a:gd name="adj" fmla="val 1955"/>
            </a:avLst>
          </a:prstGeom>
          <a:noFill/>
          <a:ln w="38100" cap="flat">
            <a:solidFill>
              <a:srgbClr val="8B2233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endParaRPr lang="en-US"/>
          </a:p>
        </p:txBody>
      </p:sp>
      <p:sp>
        <p:nvSpPr>
          <p:cNvPr id="1557" name="TextBox 39">
            <a:extLst>
              <a:ext uri="{FF2B5EF4-FFF2-40B4-BE49-F238E27FC236}">
                <a16:creationId xmlns:a16="http://schemas.microsoft.com/office/drawing/2014/main" id="{675EE808-703E-92B9-412D-661F5604AA7E}"/>
              </a:ext>
            </a:extLst>
          </p:cNvPr>
          <p:cNvSpPr txBox="1"/>
          <p:nvPr/>
        </p:nvSpPr>
        <p:spPr>
          <a:xfrm>
            <a:off x="334385" y="17823480"/>
            <a:ext cx="3221349" cy="444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120000"/>
              </a:lnSpc>
              <a:defRPr sz="2100">
                <a:solidFill>
                  <a:srgbClr val="344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US" b="1">
                <a:solidFill>
                  <a:srgbClr val="569AD0"/>
                </a:solidFill>
              </a:rPr>
              <a:t>Conventional approach</a:t>
            </a:r>
            <a:endParaRPr lang="en-US">
              <a:solidFill>
                <a:srgbClr val="569AD0"/>
              </a:solidFill>
            </a:endParaRPr>
          </a:p>
        </p:txBody>
      </p:sp>
      <p:sp>
        <p:nvSpPr>
          <p:cNvPr id="1558" name="TextBox 39">
            <a:extLst>
              <a:ext uri="{FF2B5EF4-FFF2-40B4-BE49-F238E27FC236}">
                <a16:creationId xmlns:a16="http://schemas.microsoft.com/office/drawing/2014/main" id="{0B3B03B1-BFA0-A4E7-BC82-B98C50C5E4C4}"/>
              </a:ext>
            </a:extLst>
          </p:cNvPr>
          <p:cNvSpPr txBox="1"/>
          <p:nvPr/>
        </p:nvSpPr>
        <p:spPr>
          <a:xfrm>
            <a:off x="543935" y="22140253"/>
            <a:ext cx="2802249" cy="444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120000"/>
              </a:lnSpc>
              <a:defRPr sz="2100">
                <a:solidFill>
                  <a:srgbClr val="344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US" b="1">
                <a:solidFill>
                  <a:srgbClr val="DE6866"/>
                </a:solidFill>
              </a:rPr>
              <a:t>Proposed approach</a:t>
            </a:r>
            <a:endParaRPr lang="en-US">
              <a:solidFill>
                <a:srgbClr val="DE6866"/>
              </a:solidFill>
            </a:endParaRPr>
          </a:p>
        </p:txBody>
      </p:sp>
      <p:sp>
        <p:nvSpPr>
          <p:cNvPr id="1559" name="TextBox 39">
            <a:extLst>
              <a:ext uri="{FF2B5EF4-FFF2-40B4-BE49-F238E27FC236}">
                <a16:creationId xmlns:a16="http://schemas.microsoft.com/office/drawing/2014/main" id="{64D90BA8-24BA-C24D-468C-C3465CD9E1D9}"/>
              </a:ext>
            </a:extLst>
          </p:cNvPr>
          <p:cNvSpPr txBox="1"/>
          <p:nvPr/>
        </p:nvSpPr>
        <p:spPr>
          <a:xfrm>
            <a:off x="14051934" y="20911583"/>
            <a:ext cx="7268769" cy="2457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120000"/>
              </a:lnSpc>
              <a:defRPr sz="2100">
                <a:solidFill>
                  <a:srgbClr val="344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solidFill>
                  <a:schemeClr val="tx1"/>
                </a:solidFill>
              </a:rPr>
              <a:t>Memristive Single-layer Perceptron as Classifier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Input data: </a:t>
            </a:r>
            <a:r>
              <a:rPr lang="en-US" dirty="0">
                <a:solidFill>
                  <a:schemeClr val="tx1"/>
                </a:solidFill>
              </a:rPr>
              <a:t>Encoded HVs after hardware-aware processing in on-chip CPU 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Weight matrix: </a:t>
            </a:r>
            <a:r>
              <a:rPr lang="en-US" dirty="0">
                <a:solidFill>
                  <a:schemeClr val="tx1"/>
                </a:solidFill>
              </a:rPr>
              <a:t>Offline trained conductance matrix </a:t>
            </a:r>
            <a:r>
              <a:rPr lang="en-US" b="1" dirty="0">
                <a:solidFill>
                  <a:schemeClr val="tx1"/>
                </a:solidFill>
              </a:rPr>
              <a:t>  </a:t>
            </a: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Classification results</a:t>
            </a:r>
            <a:r>
              <a:rPr lang="en-US" dirty="0">
                <a:solidFill>
                  <a:schemeClr val="tx1"/>
                </a:solidFill>
              </a:rPr>
              <a:t>: Maximum output of analog VMM</a:t>
            </a:r>
          </a:p>
        </p:txBody>
      </p:sp>
      <p:sp>
        <p:nvSpPr>
          <p:cNvPr id="1560" name="TextBox 39">
            <a:extLst>
              <a:ext uri="{FF2B5EF4-FFF2-40B4-BE49-F238E27FC236}">
                <a16:creationId xmlns:a16="http://schemas.microsoft.com/office/drawing/2014/main" id="{125507DD-2574-709D-0712-CC2F099D2985}"/>
              </a:ext>
            </a:extLst>
          </p:cNvPr>
          <p:cNvSpPr txBox="1"/>
          <p:nvPr/>
        </p:nvSpPr>
        <p:spPr>
          <a:xfrm>
            <a:off x="11145163" y="24579639"/>
            <a:ext cx="10025547" cy="2303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120000"/>
              </a:lnSpc>
              <a:defRPr sz="2100">
                <a:solidFill>
                  <a:srgbClr val="344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HDC requires only 2 layers of computation (while most AI models require multiple layers)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Much lower HV dimensions (512) than conventional HDC (10000)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94.8% savings in hardware utilization resulting in lower energy consumption and less area</a:t>
            </a:r>
          </a:p>
        </p:txBody>
      </p:sp>
      <p:sp>
        <p:nvSpPr>
          <p:cNvPr id="1563" name="TextBox 39">
            <a:extLst>
              <a:ext uri="{FF2B5EF4-FFF2-40B4-BE49-F238E27FC236}">
                <a16:creationId xmlns:a16="http://schemas.microsoft.com/office/drawing/2014/main" id="{685D0945-7B84-5707-CEAC-3FDDFE94455D}"/>
              </a:ext>
            </a:extLst>
          </p:cNvPr>
          <p:cNvSpPr txBox="1"/>
          <p:nvPr/>
        </p:nvSpPr>
        <p:spPr>
          <a:xfrm>
            <a:off x="543936" y="24579639"/>
            <a:ext cx="10307874" cy="2492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120000"/>
              </a:lnSpc>
              <a:defRPr sz="2100">
                <a:solidFill>
                  <a:srgbClr val="344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42900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SW/SW: Simulation accuracy comparable to existing work</a:t>
            </a:r>
            <a:r>
              <a:rPr lang="en-US" baseline="30000" dirty="0">
                <a:solidFill>
                  <a:schemeClr val="tx1"/>
                </a:solidFill>
              </a:rPr>
              <a:t>2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SW/HW vs SW/SW:</a:t>
            </a:r>
            <a:r>
              <a:rPr lang="en-US" dirty="0">
                <a:solidFill>
                  <a:srgbClr val="469434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Low accuracy degradation shows the </a:t>
            </a:r>
            <a:r>
              <a:rPr lang="en-US" dirty="0" err="1">
                <a:solidFill>
                  <a:schemeClr val="tx1"/>
                </a:solidFill>
              </a:rPr>
              <a:t>memristive</a:t>
            </a:r>
            <a:r>
              <a:rPr lang="en-US" dirty="0">
                <a:solidFill>
                  <a:schemeClr val="tx1"/>
                </a:solidFill>
              </a:rPr>
              <a:t> single-layer perceptron classifier is robust against hardware non-idealities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HW/SW vs SW/SW: Encoding process is more sensitive than the classifier to hardware non-idealities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HW/HW vs SW/SW: 6% accuracy degradation because of hardware non-idealities</a:t>
            </a:r>
          </a:p>
        </p:txBody>
      </p:sp>
      <p:sp>
        <p:nvSpPr>
          <p:cNvPr id="1570" name="TextBox 61">
            <a:extLst>
              <a:ext uri="{FF2B5EF4-FFF2-40B4-BE49-F238E27FC236}">
                <a16:creationId xmlns:a16="http://schemas.microsoft.com/office/drawing/2014/main" id="{E794D468-83ED-2DE0-690A-685B24C42264}"/>
              </a:ext>
            </a:extLst>
          </p:cNvPr>
          <p:cNvSpPr txBox="1"/>
          <p:nvPr/>
        </p:nvSpPr>
        <p:spPr>
          <a:xfrm>
            <a:off x="368252" y="32047849"/>
            <a:ext cx="21207650" cy="585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 anchor="b">
            <a:spAutoFit/>
          </a:bodyPr>
          <a:lstStyle/>
          <a:p>
            <a:pPr>
              <a:lnSpc>
                <a:spcPct val="120000"/>
              </a:lnSpc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rPr lang="da-DK" sz="1400" dirty="0">
                <a:solidFill>
                  <a:schemeClr val="tx1"/>
                </a:solidFill>
              </a:rPr>
              <a:t>1. </a:t>
            </a:r>
            <a:r>
              <a:rPr lang="da-DK" sz="1400" dirty="0" err="1">
                <a:solidFill>
                  <a:schemeClr val="tx1"/>
                </a:solidFill>
              </a:rPr>
              <a:t>TetraMem</a:t>
            </a:r>
            <a:r>
              <a:rPr lang="da-DK" sz="1400" dirty="0">
                <a:solidFill>
                  <a:schemeClr val="tx1"/>
                </a:solidFill>
              </a:rPr>
              <a:t>. </a:t>
            </a:r>
            <a:r>
              <a:rPr lang="da-DK" sz="1400" dirty="0" err="1">
                <a:solidFill>
                  <a:schemeClr val="tx1"/>
                </a:solidFill>
              </a:rPr>
              <a:t>Tetramem</a:t>
            </a:r>
            <a:r>
              <a:rPr lang="da-DK" sz="1400" dirty="0">
                <a:solidFill>
                  <a:schemeClr val="tx1"/>
                </a:solidFill>
              </a:rPr>
              <a:t> mx100 soc. </a:t>
            </a:r>
            <a:r>
              <a:rPr lang="da-DK" sz="1400" dirty="0" err="1">
                <a:solidFill>
                  <a:schemeClr val="tx1"/>
                </a:solidFill>
              </a:rPr>
              <a:t>https</a:t>
            </a:r>
            <a:r>
              <a:rPr lang="da-DK" sz="1400" dirty="0">
                <a:solidFill>
                  <a:schemeClr val="tx1"/>
                </a:solidFill>
              </a:rPr>
              <a:t>://</a:t>
            </a:r>
            <a:r>
              <a:rPr lang="da-DK" sz="1400" dirty="0" err="1">
                <a:solidFill>
                  <a:schemeClr val="tx1"/>
                </a:solidFill>
              </a:rPr>
              <a:t>www.tetramem.com</a:t>
            </a:r>
            <a:r>
              <a:rPr lang="da-DK" sz="1400" dirty="0">
                <a:solidFill>
                  <a:schemeClr val="tx1"/>
                </a:solidFill>
              </a:rPr>
              <a:t>/products, 2024. </a:t>
            </a:r>
            <a:r>
              <a:rPr lang="da-DK" sz="1400" dirty="0" err="1">
                <a:solidFill>
                  <a:schemeClr val="tx1"/>
                </a:solidFill>
              </a:rPr>
              <a:t>Accessed</a:t>
            </a:r>
            <a:r>
              <a:rPr lang="da-DK" sz="1400" dirty="0">
                <a:solidFill>
                  <a:schemeClr val="tx1"/>
                </a:solidFill>
              </a:rPr>
              <a:t>: September 11, 2024.</a:t>
            </a:r>
          </a:p>
          <a:p>
            <a:pPr>
              <a:lnSpc>
                <a:spcPct val="120000"/>
              </a:lnSpc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rPr lang="da-DK" sz="1400" dirty="0">
                <a:solidFill>
                  <a:schemeClr val="tx1"/>
                </a:solidFill>
              </a:rPr>
              <a:t>2. Abbas Rahimi, Pentti </a:t>
            </a:r>
            <a:r>
              <a:rPr lang="da-DK" sz="1400" dirty="0" err="1">
                <a:solidFill>
                  <a:schemeClr val="tx1"/>
                </a:solidFill>
              </a:rPr>
              <a:t>Kanerva</a:t>
            </a:r>
            <a:r>
              <a:rPr lang="da-DK" sz="1400" dirty="0">
                <a:solidFill>
                  <a:schemeClr val="tx1"/>
                </a:solidFill>
              </a:rPr>
              <a:t>, and Jan M. </a:t>
            </a:r>
            <a:r>
              <a:rPr lang="da-DK" sz="1400" dirty="0" err="1">
                <a:solidFill>
                  <a:schemeClr val="tx1"/>
                </a:solidFill>
              </a:rPr>
              <a:t>Rabaey</a:t>
            </a:r>
            <a:r>
              <a:rPr lang="da-DK" sz="1400" dirty="0">
                <a:solidFill>
                  <a:schemeClr val="tx1"/>
                </a:solidFill>
              </a:rPr>
              <a:t>. ”A robust and energy-efficient </a:t>
            </a:r>
            <a:r>
              <a:rPr lang="da-DK" sz="1400" dirty="0" err="1">
                <a:solidFill>
                  <a:schemeClr val="tx1"/>
                </a:solidFill>
              </a:rPr>
              <a:t>classifier</a:t>
            </a:r>
            <a:r>
              <a:rPr lang="da-DK" sz="1400" dirty="0">
                <a:solidFill>
                  <a:schemeClr val="tx1"/>
                </a:solidFill>
              </a:rPr>
              <a:t> </a:t>
            </a:r>
            <a:r>
              <a:rPr lang="da-DK" sz="1400" dirty="0" err="1">
                <a:solidFill>
                  <a:schemeClr val="tx1"/>
                </a:solidFill>
              </a:rPr>
              <a:t>using</a:t>
            </a:r>
            <a:r>
              <a:rPr lang="da-DK" sz="1400" dirty="0">
                <a:solidFill>
                  <a:schemeClr val="tx1"/>
                </a:solidFill>
              </a:rPr>
              <a:t> </a:t>
            </a:r>
            <a:r>
              <a:rPr lang="da-DK" sz="1400" dirty="0" err="1">
                <a:solidFill>
                  <a:schemeClr val="tx1"/>
                </a:solidFill>
              </a:rPr>
              <a:t>brain-inspired</a:t>
            </a:r>
            <a:r>
              <a:rPr lang="da-DK" sz="1400" dirty="0">
                <a:solidFill>
                  <a:schemeClr val="tx1"/>
                </a:solidFill>
              </a:rPr>
              <a:t> </a:t>
            </a:r>
            <a:r>
              <a:rPr lang="da-DK" sz="1400" dirty="0" err="1">
                <a:solidFill>
                  <a:schemeClr val="tx1"/>
                </a:solidFill>
              </a:rPr>
              <a:t>hyperdimensional</a:t>
            </a:r>
            <a:r>
              <a:rPr lang="da-DK" sz="1400" dirty="0">
                <a:solidFill>
                  <a:schemeClr val="tx1"/>
                </a:solidFill>
              </a:rPr>
              <a:t> </a:t>
            </a:r>
            <a:r>
              <a:rPr lang="da-DK" sz="1400" dirty="0" err="1">
                <a:solidFill>
                  <a:schemeClr val="tx1"/>
                </a:solidFill>
              </a:rPr>
              <a:t>computing</a:t>
            </a:r>
            <a:r>
              <a:rPr lang="da-DK" sz="1400" dirty="0">
                <a:solidFill>
                  <a:schemeClr val="tx1"/>
                </a:solidFill>
              </a:rPr>
              <a:t>.” In </a:t>
            </a:r>
            <a:r>
              <a:rPr lang="da-DK" sz="1400" dirty="0" err="1">
                <a:solidFill>
                  <a:schemeClr val="tx1"/>
                </a:solidFill>
              </a:rPr>
              <a:t>Proceedings</a:t>
            </a:r>
            <a:r>
              <a:rPr lang="da-DK" sz="1400" dirty="0">
                <a:solidFill>
                  <a:schemeClr val="tx1"/>
                </a:solidFill>
              </a:rPr>
              <a:t> of the International Symposium on Low Power Electronics and Design, pages 64–69. IEEE., 8 2016..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62201A5-2FCB-8BC5-0101-DA4C44D2DC47}"/>
              </a:ext>
            </a:extLst>
          </p:cNvPr>
          <p:cNvGrpSpPr/>
          <p:nvPr/>
        </p:nvGrpSpPr>
        <p:grpSpPr>
          <a:xfrm>
            <a:off x="4943294" y="20499824"/>
            <a:ext cx="2325607" cy="2284579"/>
            <a:chOff x="5848676" y="16819340"/>
            <a:chExt cx="2081079" cy="97252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CBF692-1F17-AD87-3066-A5CDD3710266}"/>
                </a:ext>
              </a:extLst>
            </p:cNvPr>
            <p:cNvSpPr/>
            <p:nvPr/>
          </p:nvSpPr>
          <p:spPr>
            <a:xfrm>
              <a:off x="5848676" y="16819340"/>
              <a:ext cx="2081079" cy="972520"/>
            </a:xfrm>
            <a:prstGeom prst="rect">
              <a:avLst/>
            </a:prstGeom>
            <a:solidFill>
              <a:srgbClr val="FFFFFF">
                <a:alpha val="85000"/>
              </a:srgbClr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41EB141-0818-593C-753F-046EC9145668}"/>
                    </a:ext>
                  </a:extLst>
                </p:cNvPr>
                <p:cNvSpPr txBox="1"/>
                <p:nvPr/>
              </p:nvSpPr>
              <p:spPr>
                <a:xfrm>
                  <a:off x="5924730" y="17053068"/>
                  <a:ext cx="1869441" cy="73866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t">
                  <a:spAutoFit/>
                </a:bodyPr>
                <a:lstStyle/>
                <a:p>
                  <a:pPr algn="ctr"/>
                  <a:r>
                    <a:rPr lang="en-US" sz="2100" dirty="0">
                      <a:solidFill>
                        <a:srgbClr val="DE6866"/>
                      </a:solidFill>
                    </a:rPr>
                    <a:t>81</a:t>
                  </a:r>
                  <a14:m>
                    <m:oMath xmlns:m="http://schemas.openxmlformats.org/officeDocument/2006/math">
                      <m:r>
                        <a:rPr lang="en-US" sz="2100" i="1">
                          <a:solidFill>
                            <a:srgbClr val="DE6866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a14:m>
                  <a:r>
                    <a:rPr lang="en-US" sz="2100" dirty="0">
                      <a:solidFill>
                        <a:srgbClr val="DE6866"/>
                      </a:solidFill>
                    </a:rPr>
                    <a:t>256</a:t>
                  </a:r>
                </a:p>
                <a:p>
                  <a:pPr algn="ctr"/>
                  <a:r>
                    <a:rPr lang="en-US" sz="2100" dirty="0">
                      <a:solidFill>
                        <a:srgbClr val="DE6866"/>
                      </a:solidFill>
                    </a:rPr>
                    <a:t>1T1R Array</a:t>
                  </a: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41EB141-0818-593C-753F-046EC91456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4730" y="17053068"/>
                  <a:ext cx="1869441" cy="738662"/>
                </a:xfrm>
                <a:prstGeom prst="rect">
                  <a:avLst/>
                </a:prstGeom>
                <a:blipFill>
                  <a:blip r:embed="rId16"/>
                  <a:stretch>
                    <a:fillRect t="-2105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092E338-DB04-C7A9-EA9F-F47370613400}"/>
              </a:ext>
            </a:extLst>
          </p:cNvPr>
          <p:cNvGrpSpPr/>
          <p:nvPr/>
        </p:nvGrpSpPr>
        <p:grpSpPr>
          <a:xfrm>
            <a:off x="595705" y="8393002"/>
            <a:ext cx="8726336" cy="8228441"/>
            <a:chOff x="344358" y="7876902"/>
            <a:chExt cx="8726336" cy="8228441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E372723-DCC6-0C46-3EF7-2A5DAA07B162}"/>
                </a:ext>
              </a:extLst>
            </p:cNvPr>
            <p:cNvGrpSpPr/>
            <p:nvPr/>
          </p:nvGrpSpPr>
          <p:grpSpPr>
            <a:xfrm>
              <a:off x="498912" y="7983972"/>
              <a:ext cx="8571782" cy="8121371"/>
              <a:chOff x="10201773" y="3736890"/>
              <a:chExt cx="8571782" cy="8121371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0885AAA-2EE3-640A-2541-EC68CEC0CF19}"/>
                  </a:ext>
                </a:extLst>
              </p:cNvPr>
              <p:cNvSpPr txBox="1"/>
              <p:nvPr/>
            </p:nvSpPr>
            <p:spPr>
              <a:xfrm>
                <a:off x="17145470" y="4917722"/>
                <a:ext cx="1205008" cy="4154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algn="r"/>
                <a:r>
                  <a:rPr lang="en-US" sz="2100" b="1">
                    <a:latin typeface="Arial" panose="020B0604020202020204" pitchFamily="34" charset="0"/>
                    <a:cs typeface="Arial" panose="020B0604020202020204" pitchFamily="34" charset="0"/>
                  </a:rPr>
                  <a:t>Mapping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336BA59-4BCC-8F12-97FE-30B4CB3C2BF4}"/>
                  </a:ext>
                </a:extLst>
              </p:cNvPr>
              <p:cNvSpPr txBox="1"/>
              <p:nvPr/>
            </p:nvSpPr>
            <p:spPr>
              <a:xfrm>
                <a:off x="16917093" y="6152267"/>
                <a:ext cx="1433385" cy="4154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algn="r"/>
                <a:r>
                  <a:rPr lang="en-US" sz="2100" b="1">
                    <a:latin typeface="Arial" panose="020B0604020202020204" pitchFamily="34" charset="0"/>
                    <a:cs typeface="Arial" panose="020B0604020202020204" pitchFamily="34" charset="0"/>
                  </a:rPr>
                  <a:t>Encoding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49FA7C4-FE25-7DCC-9AC5-C7C8955E8A60}"/>
                  </a:ext>
                </a:extLst>
              </p:cNvPr>
              <p:cNvSpPr txBox="1"/>
              <p:nvPr/>
            </p:nvSpPr>
            <p:spPr>
              <a:xfrm>
                <a:off x="16714774" y="10143471"/>
                <a:ext cx="1635704" cy="4154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algn="r"/>
                <a:r>
                  <a:rPr lang="en-US" sz="2100" b="1">
                    <a:latin typeface="Arial" panose="020B0604020202020204" pitchFamily="34" charset="0"/>
                    <a:cs typeface="Arial" panose="020B0604020202020204" pitchFamily="34" charset="0"/>
                  </a:rPr>
                  <a:t>Classifier</a:t>
                </a:r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7B28942B-3391-17CE-1510-D77488404412}"/>
                  </a:ext>
                </a:extLst>
              </p:cNvPr>
              <p:cNvSpPr/>
              <p:nvPr/>
            </p:nvSpPr>
            <p:spPr>
              <a:xfrm>
                <a:off x="12542725" y="4746367"/>
                <a:ext cx="3125735" cy="800291"/>
              </a:xfrm>
              <a:prstGeom prst="roundRect">
                <a:avLst>
                  <a:gd name="adj" fmla="val 7435"/>
                </a:avLst>
              </a:prstGeom>
              <a:noFill/>
              <a:ln w="25400">
                <a:solidFill>
                  <a:srgbClr val="559A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>
                    <a:solidFill>
                      <a:srgbClr val="569AD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Convert to binary feature vectors</a:t>
                </a:r>
              </a:p>
            </p:txBody>
          </p:sp>
          <p:sp>
            <p:nvSpPr>
              <p:cNvPr id="9" name="Arrow: Down 8">
                <a:extLst>
                  <a:ext uri="{FF2B5EF4-FFF2-40B4-BE49-F238E27FC236}">
                    <a16:creationId xmlns:a16="http://schemas.microsoft.com/office/drawing/2014/main" id="{5687A602-F86D-73EE-1B2B-4BF41F081D47}"/>
                  </a:ext>
                </a:extLst>
              </p:cNvPr>
              <p:cNvSpPr/>
              <p:nvPr/>
            </p:nvSpPr>
            <p:spPr>
              <a:xfrm>
                <a:off x="14000515" y="4335117"/>
                <a:ext cx="299052" cy="288352"/>
              </a:xfrm>
              <a:prstGeom prst="downArrow">
                <a:avLst/>
              </a:prstGeom>
              <a:solidFill>
                <a:srgbClr val="559AD0"/>
              </a:solidFill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878366"/>
                  </a:solidFill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1980442-547B-9EC5-743B-E10CEB81283F}"/>
                  </a:ext>
                </a:extLst>
              </p:cNvPr>
              <p:cNvSpPr txBox="1"/>
              <p:nvPr/>
            </p:nvSpPr>
            <p:spPr>
              <a:xfrm>
                <a:off x="14260285" y="4260520"/>
                <a:ext cx="3087731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Text, Image, Audio, etc.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B3AC0C7-88F0-A1EB-9AE1-C9F3B4353E7A}"/>
                  </a:ext>
                </a:extLst>
              </p:cNvPr>
              <p:cNvSpPr txBox="1"/>
              <p:nvPr/>
            </p:nvSpPr>
            <p:spPr>
              <a:xfrm>
                <a:off x="13026547" y="5715201"/>
                <a:ext cx="2158090" cy="4154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defPPr marL="0" marR="0" indent="0" algn="l" defTabSz="914400" rtl="0" fontAlgn="auto" latinLnBrk="1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kumimoji="0" sz="1800" b="0" i="0" u="none" strike="noStrike" cap="none" spc="0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</a:defRPr>
                </a:defPPr>
                <a:lvl1pPr>
                  <a:defRPr sz="2100">
                    <a:solidFill>
                      <a:srgbClr val="559AD0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</a:lstStyle>
              <a:p>
                <a:pPr algn="ctr"/>
                <a:r>
                  <a:rPr lang="en-US" sz="2000">
                    <a:solidFill>
                      <a:schemeClr val="tx1"/>
                    </a:solidFill>
                  </a:rPr>
                  <a:t>Binary Vectors</a:t>
                </a:r>
              </a:p>
            </p:txBody>
          </p:sp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2402E113-D705-C931-099E-E73A6F81B6C4}"/>
                  </a:ext>
                </a:extLst>
              </p:cNvPr>
              <p:cNvSpPr/>
              <p:nvPr/>
            </p:nvSpPr>
            <p:spPr>
              <a:xfrm>
                <a:off x="14668847" y="6150270"/>
                <a:ext cx="1844446" cy="784046"/>
              </a:xfrm>
              <a:prstGeom prst="roundRect">
                <a:avLst>
                  <a:gd name="adj" fmla="val 6245"/>
                </a:avLst>
              </a:prstGeom>
              <a:noFill/>
              <a:ln w="25400">
                <a:solidFill>
                  <a:srgbClr val="DE686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>
                    <a:solidFill>
                      <a:srgbClr val="DE6866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Single-step VMM</a:t>
                </a:r>
              </a:p>
            </p:txBody>
          </p:sp>
          <p:grpSp>
            <p:nvGrpSpPr>
              <p:cNvPr id="1512" name="Group 1511">
                <a:extLst>
                  <a:ext uri="{FF2B5EF4-FFF2-40B4-BE49-F238E27FC236}">
                    <a16:creationId xmlns:a16="http://schemas.microsoft.com/office/drawing/2014/main" id="{24634013-05DD-0342-FF2A-CC9D2CEAC244}"/>
                  </a:ext>
                </a:extLst>
              </p:cNvPr>
              <p:cNvGrpSpPr/>
              <p:nvPr/>
            </p:nvGrpSpPr>
            <p:grpSpPr>
              <a:xfrm>
                <a:off x="10520338" y="7526538"/>
                <a:ext cx="3739973" cy="2553915"/>
                <a:chOff x="1235445" y="15163158"/>
                <a:chExt cx="3739973" cy="2553915"/>
              </a:xfrm>
            </p:grpSpPr>
            <p:sp>
              <p:nvSpPr>
                <p:cNvPr id="1035" name="Rectangle: Rounded Corners 1034">
                  <a:extLst>
                    <a:ext uri="{FF2B5EF4-FFF2-40B4-BE49-F238E27FC236}">
                      <a16:creationId xmlns:a16="http://schemas.microsoft.com/office/drawing/2014/main" id="{6FF1D11C-E2DE-00E2-908D-E227BF3F8FFA}"/>
                    </a:ext>
                  </a:extLst>
                </p:cNvPr>
                <p:cNvSpPr/>
                <p:nvPr/>
              </p:nvSpPr>
              <p:spPr>
                <a:xfrm>
                  <a:off x="1235445" y="15163158"/>
                  <a:ext cx="3722787" cy="2553915"/>
                </a:xfrm>
                <a:prstGeom prst="roundRect">
                  <a:avLst>
                    <a:gd name="adj" fmla="val 5499"/>
                  </a:avLst>
                </a:prstGeom>
                <a:solidFill>
                  <a:schemeClr val="bg1">
                    <a:lumMod val="95000"/>
                  </a:schemeClr>
                </a:solidFill>
                <a:ln w="25400">
                  <a:solidFill>
                    <a:srgbClr val="569AD0">
                      <a:alpha val="3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700">
                    <a:solidFill>
                      <a:srgbClr val="569AD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039" name="Group 1038">
                  <a:extLst>
                    <a:ext uri="{FF2B5EF4-FFF2-40B4-BE49-F238E27FC236}">
                      <a16:creationId xmlns:a16="http://schemas.microsoft.com/office/drawing/2014/main" id="{14EA307D-52D8-61BF-1662-2C8B074E46AC}"/>
                    </a:ext>
                  </a:extLst>
                </p:cNvPr>
                <p:cNvGrpSpPr/>
                <p:nvPr/>
              </p:nvGrpSpPr>
              <p:grpSpPr>
                <a:xfrm>
                  <a:off x="1737917" y="15887538"/>
                  <a:ext cx="3083903" cy="1773696"/>
                  <a:chOff x="22172" y="3383280"/>
                  <a:chExt cx="4270429" cy="2374446"/>
                </a:xfrm>
              </p:grpSpPr>
              <p:grpSp>
                <p:nvGrpSpPr>
                  <p:cNvPr id="1049" name="Group 1048">
                    <a:extLst>
                      <a:ext uri="{FF2B5EF4-FFF2-40B4-BE49-F238E27FC236}">
                        <a16:creationId xmlns:a16="http://schemas.microsoft.com/office/drawing/2014/main" id="{EAE72A37-D3C6-C3A2-FA67-A798BA0BD585}"/>
                      </a:ext>
                    </a:extLst>
                  </p:cNvPr>
                  <p:cNvGrpSpPr/>
                  <p:nvPr/>
                </p:nvGrpSpPr>
                <p:grpSpPr>
                  <a:xfrm>
                    <a:off x="1023460" y="3383280"/>
                    <a:ext cx="3269141" cy="2341879"/>
                    <a:chOff x="1023460" y="3444240"/>
                    <a:chExt cx="2904727" cy="2280919"/>
                  </a:xfrm>
                </p:grpSpPr>
                <p:cxnSp>
                  <p:nvCxnSpPr>
                    <p:cNvPr id="1054" name="Straight Connector 1053">
                      <a:extLst>
                        <a:ext uri="{FF2B5EF4-FFF2-40B4-BE49-F238E27FC236}">
                          <a16:creationId xmlns:a16="http://schemas.microsoft.com/office/drawing/2014/main" id="{61DAC311-18A9-CAD5-DEA1-04F2CEADE87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57677" y="5016499"/>
                      <a:ext cx="229238" cy="500381"/>
                    </a:xfrm>
                    <a:prstGeom prst="line">
                      <a:avLst/>
                    </a:prstGeom>
                    <a:ln w="19050">
                      <a:solidFill>
                        <a:srgbClr val="878366">
                          <a:alpha val="50000"/>
                        </a:srgbClr>
                      </a:solidFill>
                      <a:prstDash val="solid"/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55" name="Straight Connector 1054">
                      <a:extLst>
                        <a:ext uri="{FF2B5EF4-FFF2-40B4-BE49-F238E27FC236}">
                          <a16:creationId xmlns:a16="http://schemas.microsoft.com/office/drawing/2014/main" id="{AD48930A-7B65-1B41-B623-1DA560409E4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804160" y="3688080"/>
                      <a:ext cx="665480" cy="518160"/>
                    </a:xfrm>
                    <a:prstGeom prst="line">
                      <a:avLst/>
                    </a:prstGeom>
                    <a:ln w="19050">
                      <a:solidFill>
                        <a:srgbClr val="878366">
                          <a:alpha val="50000"/>
                        </a:srgbClr>
                      </a:solidFill>
                      <a:prstDash val="solid"/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56" name="Straight Connector 1055">
                      <a:extLst>
                        <a:ext uri="{FF2B5EF4-FFF2-40B4-BE49-F238E27FC236}">
                          <a16:creationId xmlns:a16="http://schemas.microsoft.com/office/drawing/2014/main" id="{6324100B-6484-D039-FC80-03791D60CAD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592580" y="4719320"/>
                      <a:ext cx="165097" cy="281941"/>
                    </a:xfrm>
                    <a:prstGeom prst="line">
                      <a:avLst/>
                    </a:prstGeom>
                    <a:ln w="19050">
                      <a:solidFill>
                        <a:srgbClr val="878366">
                          <a:alpha val="50000"/>
                        </a:srgbClr>
                      </a:solidFill>
                      <a:prstDash val="solid"/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57" name="Straight Connector 1056">
                      <a:extLst>
                        <a:ext uri="{FF2B5EF4-FFF2-40B4-BE49-F238E27FC236}">
                          <a16:creationId xmlns:a16="http://schemas.microsoft.com/office/drawing/2014/main" id="{43C1B2C3-25F7-D571-BC05-70A37433611D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757680" y="3444240"/>
                      <a:ext cx="0" cy="156464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58" name="Straight Connector 1057">
                      <a:extLst>
                        <a:ext uri="{FF2B5EF4-FFF2-40B4-BE49-F238E27FC236}">
                          <a16:creationId xmlns:a16="http://schemas.microsoft.com/office/drawing/2014/main" id="{D2E6CE9E-12E2-8129-239D-6BA0245544C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>
                      <a:off x="2540000" y="4226560"/>
                      <a:ext cx="0" cy="156464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59" name="Straight Connector 1058">
                      <a:extLst>
                        <a:ext uri="{FF2B5EF4-FFF2-40B4-BE49-F238E27FC236}">
                          <a16:creationId xmlns:a16="http://schemas.microsoft.com/office/drawing/2014/main" id="{05143BAA-26F8-6BDC-D8CC-88CDA02996E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102360" y="5006339"/>
                      <a:ext cx="655317" cy="678180"/>
                    </a:xfrm>
                    <a:prstGeom prst="line">
                      <a:avLst/>
                    </a:prstGeom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60" name="Straight Connector 1059">
                      <a:extLst>
                        <a:ext uri="{FF2B5EF4-FFF2-40B4-BE49-F238E27FC236}">
                          <a16:creationId xmlns:a16="http://schemas.microsoft.com/office/drawing/2014/main" id="{A1CAA44B-EF41-40C1-2AFA-E97C1EA1BF4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574123" y="4990148"/>
                      <a:ext cx="183554" cy="8571"/>
                    </a:xfrm>
                    <a:prstGeom prst="line">
                      <a:avLst/>
                    </a:prstGeom>
                    <a:ln w="19050">
                      <a:solidFill>
                        <a:srgbClr val="878366">
                          <a:alpha val="50000"/>
                        </a:srgbClr>
                      </a:solidFill>
                      <a:prstDash val="solid"/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61" name="Straight Arrow Connector 1060">
                      <a:extLst>
                        <a:ext uri="{FF2B5EF4-FFF2-40B4-BE49-F238E27FC236}">
                          <a16:creationId xmlns:a16="http://schemas.microsoft.com/office/drawing/2014/main" id="{29BD5D4B-B7D1-2BAA-63F2-1E19BB22434E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1757680" y="4160520"/>
                      <a:ext cx="1097280" cy="848359"/>
                    </a:xfrm>
                    <a:prstGeom prst="straightConnector1">
                      <a:avLst/>
                    </a:prstGeom>
                    <a:ln>
                      <a:solidFill>
                        <a:srgbClr val="559AD0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62" name="Straight Arrow Connector 1061">
                      <a:extLst>
                        <a:ext uri="{FF2B5EF4-FFF2-40B4-BE49-F238E27FC236}">
                          <a16:creationId xmlns:a16="http://schemas.microsoft.com/office/drawing/2014/main" id="{7B5E7157-BC11-0CC3-88CC-68CC2F702C6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241981" y="4119880"/>
                      <a:ext cx="519508" cy="888999"/>
                    </a:xfrm>
                    <a:prstGeom prst="straightConnector1">
                      <a:avLst/>
                    </a:prstGeom>
                    <a:ln>
                      <a:solidFill>
                        <a:srgbClr val="559AD0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63" name="Straight Arrow Connector 1062">
                      <a:extLst>
                        <a:ext uri="{FF2B5EF4-FFF2-40B4-BE49-F238E27FC236}">
                          <a16:creationId xmlns:a16="http://schemas.microsoft.com/office/drawing/2014/main" id="{F12F104C-E8BA-CA0A-86D3-F37F0BC507D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023460" y="4949190"/>
                      <a:ext cx="734217" cy="52071"/>
                    </a:xfrm>
                    <a:prstGeom prst="straightConnector1">
                      <a:avLst/>
                    </a:prstGeom>
                    <a:ln>
                      <a:solidFill>
                        <a:srgbClr val="559AD0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64" name="Straight Arrow Connector 1063">
                      <a:extLst>
                        <a:ext uri="{FF2B5EF4-FFF2-40B4-BE49-F238E27FC236}">
                          <a16:creationId xmlns:a16="http://schemas.microsoft.com/office/drawing/2014/main" id="{8C9D51FA-DB0C-DDC8-6357-6836B1608C1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57677" y="5001261"/>
                      <a:ext cx="313614" cy="723898"/>
                    </a:xfrm>
                    <a:prstGeom prst="straightConnector1">
                      <a:avLst/>
                    </a:prstGeom>
                    <a:ln>
                      <a:solidFill>
                        <a:srgbClr val="559AD0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65" name="Straight Arrow Connector 1064">
                      <a:extLst>
                        <a:ext uri="{FF2B5EF4-FFF2-40B4-BE49-F238E27FC236}">
                          <a16:creationId xmlns:a16="http://schemas.microsoft.com/office/drawing/2014/main" id="{54D90128-D09A-F26B-7B08-AC957B32D1A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757677" y="4471033"/>
                      <a:ext cx="2170509" cy="535942"/>
                    </a:xfrm>
                    <a:prstGeom prst="straightConnector1">
                      <a:avLst/>
                    </a:prstGeom>
                    <a:ln w="31750">
                      <a:solidFill>
                        <a:schemeClr val="accent4"/>
                      </a:solidFill>
                      <a:tailEnd type="triangle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66" name="Straight Connector 1065">
                      <a:extLst>
                        <a:ext uri="{FF2B5EF4-FFF2-40B4-BE49-F238E27FC236}">
                          <a16:creationId xmlns:a16="http://schemas.microsoft.com/office/drawing/2014/main" id="{69ECB4DC-335F-3E2D-EA45-6F020988331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469640" y="3688080"/>
                      <a:ext cx="458546" cy="782953"/>
                    </a:xfrm>
                    <a:prstGeom prst="line">
                      <a:avLst/>
                    </a:prstGeom>
                    <a:ln w="15875">
                      <a:solidFill>
                        <a:srgbClr val="878366">
                          <a:alpha val="50000"/>
                        </a:srgbClr>
                      </a:solidFill>
                      <a:prstDash val="sysDot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67" name="Straight Connector 1066">
                      <a:extLst>
                        <a:ext uri="{FF2B5EF4-FFF2-40B4-BE49-F238E27FC236}">
                          <a16:creationId xmlns:a16="http://schemas.microsoft.com/office/drawing/2014/main" id="{7754D0FF-38F2-DAD9-4AA2-310B18D42E3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592580" y="4471033"/>
                      <a:ext cx="2335606" cy="248287"/>
                    </a:xfrm>
                    <a:prstGeom prst="line">
                      <a:avLst/>
                    </a:prstGeom>
                    <a:ln w="15875">
                      <a:solidFill>
                        <a:srgbClr val="878366">
                          <a:alpha val="50000"/>
                        </a:srgbClr>
                      </a:solidFill>
                      <a:prstDash val="sysDot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68" name="Straight Connector 1067">
                      <a:extLst>
                        <a:ext uri="{FF2B5EF4-FFF2-40B4-BE49-F238E27FC236}">
                          <a16:creationId xmlns:a16="http://schemas.microsoft.com/office/drawing/2014/main" id="{864C4549-CE0F-4D0E-DAE2-55A58D282B3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986915" y="4480558"/>
                      <a:ext cx="1941271" cy="1036322"/>
                    </a:xfrm>
                    <a:prstGeom prst="line">
                      <a:avLst/>
                    </a:prstGeom>
                    <a:ln w="15875">
                      <a:solidFill>
                        <a:srgbClr val="878366">
                          <a:alpha val="50000"/>
                        </a:srgbClr>
                      </a:solidFill>
                      <a:prstDash val="sysDot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69" name="Straight Connector 1068">
                      <a:extLst>
                        <a:ext uri="{FF2B5EF4-FFF2-40B4-BE49-F238E27FC236}">
                          <a16:creationId xmlns:a16="http://schemas.microsoft.com/office/drawing/2014/main" id="{33C5239E-1670-A667-3080-1EFDB4C47AA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592577" y="4468491"/>
                      <a:ext cx="2335609" cy="514037"/>
                    </a:xfrm>
                    <a:prstGeom prst="line">
                      <a:avLst/>
                    </a:prstGeom>
                    <a:ln w="15875">
                      <a:solidFill>
                        <a:srgbClr val="878366">
                          <a:alpha val="50000"/>
                        </a:srgbClr>
                      </a:solidFill>
                      <a:prstDash val="sysDot"/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050" name="TextBox 1049">
                    <a:extLst>
                      <a:ext uri="{FF2B5EF4-FFF2-40B4-BE49-F238E27FC236}">
                        <a16:creationId xmlns:a16="http://schemas.microsoft.com/office/drawing/2014/main" id="{ECA6A3E2-1A12-9152-0F63-76B20DACE3CF}"/>
                      </a:ext>
                    </a:extLst>
                  </p:cNvPr>
                  <p:cNvSpPr txBox="1"/>
                  <p:nvPr/>
                </p:nvSpPr>
                <p:spPr>
                  <a:xfrm>
                    <a:off x="593601" y="3613001"/>
                    <a:ext cx="1291518" cy="45322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sz="1600">
                        <a:solidFill>
                          <a:srgbClr val="559AD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Class 1</a:t>
                    </a:r>
                  </a:p>
                </p:txBody>
              </p:sp>
              <p:sp>
                <p:nvSpPr>
                  <p:cNvPr id="1051" name="TextBox 1050">
                    <a:extLst>
                      <a:ext uri="{FF2B5EF4-FFF2-40B4-BE49-F238E27FC236}">
                        <a16:creationId xmlns:a16="http://schemas.microsoft.com/office/drawing/2014/main" id="{84284C29-0CEB-5ABA-FC09-8F58F13F365B}"/>
                      </a:ext>
                    </a:extLst>
                  </p:cNvPr>
                  <p:cNvSpPr txBox="1"/>
                  <p:nvPr/>
                </p:nvSpPr>
                <p:spPr>
                  <a:xfrm>
                    <a:off x="1753719" y="3734620"/>
                    <a:ext cx="1514219" cy="45322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sz="1600">
                        <a:solidFill>
                          <a:srgbClr val="559AD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Class 2</a:t>
                    </a:r>
                  </a:p>
                </p:txBody>
              </p:sp>
              <p:sp>
                <p:nvSpPr>
                  <p:cNvPr id="1052" name="TextBox 1051">
                    <a:extLst>
                      <a:ext uri="{FF2B5EF4-FFF2-40B4-BE49-F238E27FC236}">
                        <a16:creationId xmlns:a16="http://schemas.microsoft.com/office/drawing/2014/main" id="{DE3AA3D7-DC94-386A-4AB5-A1757F821D70}"/>
                      </a:ext>
                    </a:extLst>
                  </p:cNvPr>
                  <p:cNvSpPr txBox="1"/>
                  <p:nvPr/>
                </p:nvSpPr>
                <p:spPr>
                  <a:xfrm>
                    <a:off x="2134716" y="5304504"/>
                    <a:ext cx="1472067" cy="45322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sz="1600">
                        <a:solidFill>
                          <a:srgbClr val="559AD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Class 3</a:t>
                    </a:r>
                  </a:p>
                </p:txBody>
              </p:sp>
              <p:sp>
                <p:nvSpPr>
                  <p:cNvPr id="1053" name="TextBox 1052">
                    <a:extLst>
                      <a:ext uri="{FF2B5EF4-FFF2-40B4-BE49-F238E27FC236}">
                        <a16:creationId xmlns:a16="http://schemas.microsoft.com/office/drawing/2014/main" id="{5F2DB73B-2CBA-7C15-AB20-4A20EA24F80A}"/>
                      </a:ext>
                    </a:extLst>
                  </p:cNvPr>
                  <p:cNvSpPr txBox="1"/>
                  <p:nvPr/>
                </p:nvSpPr>
                <p:spPr>
                  <a:xfrm>
                    <a:off x="22172" y="4443036"/>
                    <a:ext cx="1564355" cy="45322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>
                    <a:defPPr marL="0" marR="0" indent="0" algn="l" defTabSz="914400" rtl="0" fontAlgn="auto" latinLnBrk="1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kumimoji="0" sz="1800" b="0" i="0" u="none" strike="noStrike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FillTx/>
                      </a:defRPr>
                    </a:defPPr>
                    <a:lvl1pPr algn="ctr">
                      <a:defRPr sz="1600">
                        <a:solidFill>
                          <a:srgbClr val="559AD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</a:lstStyle>
                  <a:p>
                    <a:r>
                      <a:rPr lang="en-US"/>
                      <a:t>Class N</a:t>
                    </a:r>
                  </a:p>
                </p:txBody>
              </p:sp>
            </p:grpSp>
            <p:grpSp>
              <p:nvGrpSpPr>
                <p:cNvPr id="1079" name="Group 1078">
                  <a:extLst>
                    <a:ext uri="{FF2B5EF4-FFF2-40B4-BE49-F238E27FC236}">
                      <a16:creationId xmlns:a16="http://schemas.microsoft.com/office/drawing/2014/main" id="{B6D2B45F-AADE-A214-EEDC-DEA018D573CD}"/>
                    </a:ext>
                  </a:extLst>
                </p:cNvPr>
                <p:cNvGrpSpPr/>
                <p:nvPr/>
              </p:nvGrpSpPr>
              <p:grpSpPr>
                <a:xfrm>
                  <a:off x="1323063" y="15244132"/>
                  <a:ext cx="1912188" cy="780039"/>
                  <a:chOff x="385310" y="15212680"/>
                  <a:chExt cx="1912188" cy="780039"/>
                </a:xfrm>
              </p:grpSpPr>
              <p:grpSp>
                <p:nvGrpSpPr>
                  <p:cNvPr id="1041" name="Group 1040">
                    <a:extLst>
                      <a:ext uri="{FF2B5EF4-FFF2-40B4-BE49-F238E27FC236}">
                        <a16:creationId xmlns:a16="http://schemas.microsoft.com/office/drawing/2014/main" id="{349F6E25-72A4-A4DC-8BB9-255F10024D6E}"/>
                      </a:ext>
                    </a:extLst>
                  </p:cNvPr>
                  <p:cNvGrpSpPr/>
                  <p:nvPr/>
                </p:nvGrpSpPr>
                <p:grpSpPr>
                  <a:xfrm>
                    <a:off x="385310" y="15352379"/>
                    <a:ext cx="292424" cy="493971"/>
                    <a:chOff x="1608388" y="6271260"/>
                    <a:chExt cx="349952" cy="222820"/>
                  </a:xfrm>
                </p:grpSpPr>
                <p:cxnSp>
                  <p:nvCxnSpPr>
                    <p:cNvPr id="1046" name="Straight Connector 1045">
                      <a:extLst>
                        <a:ext uri="{FF2B5EF4-FFF2-40B4-BE49-F238E27FC236}">
                          <a16:creationId xmlns:a16="http://schemas.microsoft.com/office/drawing/2014/main" id="{B68A4A50-9E9F-91CA-1506-D1939C3E685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608388" y="6271260"/>
                      <a:ext cx="349952" cy="0"/>
                    </a:xfrm>
                    <a:prstGeom prst="line">
                      <a:avLst/>
                    </a:prstGeom>
                    <a:ln>
                      <a:solidFill>
                        <a:schemeClr val="accent4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47" name="Straight Connector 1046">
                      <a:extLst>
                        <a:ext uri="{FF2B5EF4-FFF2-40B4-BE49-F238E27FC236}">
                          <a16:creationId xmlns:a16="http://schemas.microsoft.com/office/drawing/2014/main" id="{BB20D801-76B4-61FA-87D4-DA78A64003F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608388" y="6372158"/>
                      <a:ext cx="349952" cy="0"/>
                    </a:xfrm>
                    <a:prstGeom prst="line">
                      <a:avLst/>
                    </a:prstGeom>
                    <a:ln>
                      <a:solidFill>
                        <a:srgbClr val="559AD0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48" name="Straight Connector 1047">
                      <a:extLst>
                        <a:ext uri="{FF2B5EF4-FFF2-40B4-BE49-F238E27FC236}">
                          <a16:creationId xmlns:a16="http://schemas.microsoft.com/office/drawing/2014/main" id="{DA23B308-E3C4-C96A-E6E6-8D789D3C029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608388" y="6494080"/>
                      <a:ext cx="349952" cy="0"/>
                    </a:xfrm>
                    <a:prstGeom prst="line">
                      <a:avLst/>
                    </a:prstGeom>
                    <a:ln>
                      <a:solidFill>
                        <a:srgbClr val="878366">
                          <a:alpha val="50000"/>
                        </a:srgbClr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043" name="TextBox 1042">
                    <a:extLst>
                      <a:ext uri="{FF2B5EF4-FFF2-40B4-BE49-F238E27FC236}">
                        <a16:creationId xmlns:a16="http://schemas.microsoft.com/office/drawing/2014/main" id="{354F771E-13B8-552C-2C03-F64D7F159E89}"/>
                      </a:ext>
                    </a:extLst>
                  </p:cNvPr>
                  <p:cNvSpPr txBox="1"/>
                  <p:nvPr/>
                </p:nvSpPr>
                <p:spPr>
                  <a:xfrm>
                    <a:off x="730317" y="15212680"/>
                    <a:ext cx="1567180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1400">
                        <a:solidFill>
                          <a:schemeClr val="accent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Encoded HV</a:t>
                    </a:r>
                  </a:p>
                </p:txBody>
              </p:sp>
              <p:sp>
                <p:nvSpPr>
                  <p:cNvPr id="1044" name="TextBox 1043">
                    <a:extLst>
                      <a:ext uri="{FF2B5EF4-FFF2-40B4-BE49-F238E27FC236}">
                        <a16:creationId xmlns:a16="http://schemas.microsoft.com/office/drawing/2014/main" id="{2CA9C0DC-5B65-5DF7-AAE6-12994A2A9082}"/>
                      </a:ext>
                    </a:extLst>
                  </p:cNvPr>
                  <p:cNvSpPr txBox="1"/>
                  <p:nvPr/>
                </p:nvSpPr>
                <p:spPr>
                  <a:xfrm>
                    <a:off x="730317" y="15430028"/>
                    <a:ext cx="1567181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1400">
                        <a:solidFill>
                          <a:srgbClr val="559AD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Class HV</a:t>
                    </a:r>
                  </a:p>
                </p:txBody>
              </p:sp>
              <p:sp>
                <p:nvSpPr>
                  <p:cNvPr id="1045" name="TextBox 1044">
                    <a:extLst>
                      <a:ext uri="{FF2B5EF4-FFF2-40B4-BE49-F238E27FC236}">
                        <a16:creationId xmlns:a16="http://schemas.microsoft.com/office/drawing/2014/main" id="{9D6AC010-D6B1-99DE-0856-ED0D7436D754}"/>
                      </a:ext>
                    </a:extLst>
                  </p:cNvPr>
                  <p:cNvSpPr txBox="1"/>
                  <p:nvPr/>
                </p:nvSpPr>
                <p:spPr>
                  <a:xfrm>
                    <a:off x="733686" y="15684942"/>
                    <a:ext cx="1540833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1400">
                        <a:solidFill>
                          <a:srgbClr val="878366">
                            <a:alpha val="80000"/>
                          </a:srgb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Projected HV</a:t>
                    </a:r>
                  </a:p>
                </p:txBody>
              </p:sp>
            </p:grpSp>
            <p:sp>
              <p:nvSpPr>
                <p:cNvPr id="1038" name="TextBox 1037">
                  <a:extLst>
                    <a:ext uri="{FF2B5EF4-FFF2-40B4-BE49-F238E27FC236}">
                      <a16:creationId xmlns:a16="http://schemas.microsoft.com/office/drawing/2014/main" id="{9DBFAD35-3B4E-86E7-5C69-611A05342341}"/>
                    </a:ext>
                  </a:extLst>
                </p:cNvPr>
                <p:cNvSpPr txBox="1"/>
                <p:nvPr/>
              </p:nvSpPr>
              <p:spPr>
                <a:xfrm>
                  <a:off x="2845318" y="15174168"/>
                  <a:ext cx="2130100" cy="4154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2100">
                      <a:latin typeface="Arial" panose="020B0604020202020204" pitchFamily="34" charset="0"/>
                      <a:cs typeface="Arial" panose="020B0604020202020204" pitchFamily="34" charset="0"/>
                    </a:rPr>
                    <a:t>Similarity Check</a:t>
                  </a:r>
                  <a:endParaRPr lang="en-US" sz="21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BC518E-DA77-7935-2EB5-8D8932ECF012}"/>
                  </a:ext>
                </a:extLst>
              </p:cNvPr>
              <p:cNvSpPr txBox="1"/>
              <p:nvPr/>
            </p:nvSpPr>
            <p:spPr>
              <a:xfrm>
                <a:off x="10791562" y="7095343"/>
                <a:ext cx="1961292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>
                    <a:solidFill>
                      <a:schemeClr val="tx1">
                        <a:alpha val="6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Encoded HVs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87ABDEA-53E0-3BB9-350E-26FC93BC71FD}"/>
                  </a:ext>
                </a:extLst>
              </p:cNvPr>
              <p:cNvSpPr/>
              <p:nvPr/>
            </p:nvSpPr>
            <p:spPr>
              <a:xfrm>
                <a:off x="15591070" y="7177471"/>
                <a:ext cx="2010078" cy="26721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Encoded HVs</a:t>
                </a:r>
              </a:p>
            </p:txBody>
          </p:sp>
          <p:grpSp>
            <p:nvGrpSpPr>
              <p:cNvPr id="1514" name="Group 1513">
                <a:extLst>
                  <a:ext uri="{FF2B5EF4-FFF2-40B4-BE49-F238E27FC236}">
                    <a16:creationId xmlns:a16="http://schemas.microsoft.com/office/drawing/2014/main" id="{F21633DD-4E7F-7524-3D2B-B261594479B2}"/>
                  </a:ext>
                </a:extLst>
              </p:cNvPr>
              <p:cNvGrpSpPr/>
              <p:nvPr/>
            </p:nvGrpSpPr>
            <p:grpSpPr>
              <a:xfrm>
                <a:off x="14604325" y="7530802"/>
                <a:ext cx="3167889" cy="2553915"/>
                <a:chOff x="5010521" y="15163157"/>
                <a:chExt cx="3167889" cy="2553915"/>
              </a:xfrm>
            </p:grpSpPr>
            <p:sp>
              <p:nvSpPr>
                <p:cNvPr id="35" name="Rectangle: Rounded Corners 34">
                  <a:extLst>
                    <a:ext uri="{FF2B5EF4-FFF2-40B4-BE49-F238E27FC236}">
                      <a16:creationId xmlns:a16="http://schemas.microsoft.com/office/drawing/2014/main" id="{CE9B1D30-9C4F-28FF-E994-0D881DEF5F84}"/>
                    </a:ext>
                  </a:extLst>
                </p:cNvPr>
                <p:cNvSpPr/>
                <p:nvPr/>
              </p:nvSpPr>
              <p:spPr>
                <a:xfrm>
                  <a:off x="5050600" y="15163157"/>
                  <a:ext cx="3087731" cy="2553915"/>
                </a:xfrm>
                <a:prstGeom prst="roundRect">
                  <a:avLst>
                    <a:gd name="adj" fmla="val 5499"/>
                  </a:avLst>
                </a:prstGeom>
                <a:noFill/>
                <a:ln w="25400">
                  <a:solidFill>
                    <a:srgbClr val="DE686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7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2CAE030D-170E-078F-0CEA-40325F0C2E40}"/>
                    </a:ext>
                  </a:extLst>
                </p:cNvPr>
                <p:cNvSpPr txBox="1"/>
                <p:nvPr/>
              </p:nvSpPr>
              <p:spPr>
                <a:xfrm>
                  <a:off x="5010521" y="15172614"/>
                  <a:ext cx="3167889" cy="4154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2100">
                      <a:latin typeface="Arial" panose="020B0604020202020204" pitchFamily="34" charset="0"/>
                      <a:cs typeface="Arial" panose="020B0604020202020204" pitchFamily="34" charset="0"/>
                    </a:rPr>
                    <a:t>Single-layer Perceptron</a:t>
                  </a:r>
                  <a:endParaRPr lang="en-US" sz="21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080" name="Group 1079">
                  <a:extLst>
                    <a:ext uri="{FF2B5EF4-FFF2-40B4-BE49-F238E27FC236}">
                      <a16:creationId xmlns:a16="http://schemas.microsoft.com/office/drawing/2014/main" id="{7480E232-5D92-504C-BCFA-2823936C24AC}"/>
                    </a:ext>
                  </a:extLst>
                </p:cNvPr>
                <p:cNvGrpSpPr/>
                <p:nvPr/>
              </p:nvGrpSpPr>
              <p:grpSpPr>
                <a:xfrm>
                  <a:off x="5050600" y="15786645"/>
                  <a:ext cx="3087731" cy="1898891"/>
                  <a:chOff x="5234367" y="15924133"/>
                  <a:chExt cx="2725550" cy="1676158"/>
                </a:xfrm>
              </p:grpSpPr>
              <p:sp>
                <p:nvSpPr>
                  <p:cNvPr id="38" name="椭圆 1">
                    <a:extLst>
                      <a:ext uri="{FF2B5EF4-FFF2-40B4-BE49-F238E27FC236}">
                        <a16:creationId xmlns:a16="http://schemas.microsoft.com/office/drawing/2014/main" id="{EC804495-885C-A438-536A-E2F8DBB29EBF}"/>
                      </a:ext>
                    </a:extLst>
                  </p:cNvPr>
                  <p:cNvSpPr/>
                  <p:nvPr/>
                </p:nvSpPr>
                <p:spPr>
                  <a:xfrm rot="16200000" flipH="1">
                    <a:off x="5462117" y="16065947"/>
                    <a:ext cx="151224" cy="160525"/>
                  </a:xfrm>
                  <a:prstGeom prst="ellipse">
                    <a:avLst/>
                  </a:prstGeom>
                  <a:noFill/>
                  <a:ln w="12700" cap="flat" cmpd="sng" algn="ctr">
                    <a:solidFill>
                      <a:srgbClr val="DE6866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 defTabSz="914400" hangingPunct="1">
                      <a:defRPr/>
                    </a:pPr>
                    <a:endParaRPr lang="zh-CN" altLang="en-US" sz="700">
                      <a:solidFill>
                        <a:prstClr val="white"/>
                      </a:solidFill>
                      <a:latin typeface="Arial" panose="020B0604020202020204" pitchFamily="34" charset="0"/>
                      <a:ea typeface="等线" panose="02010600030101010101" pitchFamily="2" charset="-122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9" name="椭圆 13">
                    <a:extLst>
                      <a:ext uri="{FF2B5EF4-FFF2-40B4-BE49-F238E27FC236}">
                        <a16:creationId xmlns:a16="http://schemas.microsoft.com/office/drawing/2014/main" id="{518BDA18-820E-079D-4E4F-16AD4BA333B2}"/>
                      </a:ext>
                    </a:extLst>
                  </p:cNvPr>
                  <p:cNvSpPr/>
                  <p:nvPr/>
                </p:nvSpPr>
                <p:spPr>
                  <a:xfrm rot="16200000" flipH="1">
                    <a:off x="5775965" y="16832862"/>
                    <a:ext cx="228600" cy="228600"/>
                  </a:xfrm>
                  <a:prstGeom prst="ellipse">
                    <a:avLst/>
                  </a:prstGeom>
                  <a:solidFill>
                    <a:srgbClr val="DE6866">
                      <a:alpha val="50000"/>
                    </a:srgbClr>
                  </a:solidFill>
                  <a:ln w="12700" cap="flat" cmpd="sng" algn="ctr">
                    <a:solidFill>
                      <a:srgbClr val="DE6866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 defTabSz="914400" hangingPunct="1">
                      <a:defRPr/>
                    </a:pPr>
                    <a:endParaRPr lang="zh-CN" altLang="en-US" sz="700">
                      <a:solidFill>
                        <a:prstClr val="white"/>
                      </a:solidFill>
                      <a:latin typeface="Arial" panose="020B0604020202020204" pitchFamily="34" charset="0"/>
                      <a:ea typeface="等线" panose="02010600030101010101" pitchFamily="2" charset="-122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0" name="椭圆 31">
                    <a:extLst>
                      <a:ext uri="{FF2B5EF4-FFF2-40B4-BE49-F238E27FC236}">
                        <a16:creationId xmlns:a16="http://schemas.microsoft.com/office/drawing/2014/main" id="{FBBA4FBC-FAE3-3422-9573-A53D9CB2D1C9}"/>
                      </a:ext>
                    </a:extLst>
                  </p:cNvPr>
                  <p:cNvSpPr/>
                  <p:nvPr/>
                </p:nvSpPr>
                <p:spPr>
                  <a:xfrm rot="16200000" flipH="1">
                    <a:off x="5828899" y="16065947"/>
                    <a:ext cx="151224" cy="160525"/>
                  </a:xfrm>
                  <a:prstGeom prst="ellipse">
                    <a:avLst/>
                  </a:prstGeom>
                  <a:noFill/>
                  <a:ln w="12700" cap="flat" cmpd="sng" algn="ctr">
                    <a:solidFill>
                      <a:srgbClr val="DE6866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 defTabSz="914400" hangingPunct="1">
                      <a:defRPr/>
                    </a:pPr>
                    <a:endParaRPr lang="zh-CN" altLang="en-US" sz="700">
                      <a:solidFill>
                        <a:prstClr val="white"/>
                      </a:solidFill>
                      <a:latin typeface="Arial" panose="020B0604020202020204" pitchFamily="34" charset="0"/>
                      <a:ea typeface="等线" panose="02010600030101010101" pitchFamily="2" charset="-122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1" name="椭圆 32">
                    <a:extLst>
                      <a:ext uri="{FF2B5EF4-FFF2-40B4-BE49-F238E27FC236}">
                        <a16:creationId xmlns:a16="http://schemas.microsoft.com/office/drawing/2014/main" id="{7D2D3A0A-5483-8FD4-9709-3C710B18F212}"/>
                      </a:ext>
                    </a:extLst>
                  </p:cNvPr>
                  <p:cNvSpPr/>
                  <p:nvPr/>
                </p:nvSpPr>
                <p:spPr>
                  <a:xfrm rot="16200000" flipH="1">
                    <a:off x="6178125" y="16065946"/>
                    <a:ext cx="151224" cy="160525"/>
                  </a:xfrm>
                  <a:prstGeom prst="ellipse">
                    <a:avLst/>
                  </a:prstGeom>
                  <a:noFill/>
                  <a:ln w="12700" cap="flat" cmpd="sng" algn="ctr">
                    <a:solidFill>
                      <a:srgbClr val="DE6866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 defTabSz="914400" hangingPunct="1">
                      <a:defRPr/>
                    </a:pPr>
                    <a:endParaRPr lang="zh-CN" altLang="en-US" sz="700">
                      <a:solidFill>
                        <a:prstClr val="white"/>
                      </a:solidFill>
                      <a:latin typeface="Arial" panose="020B0604020202020204" pitchFamily="34" charset="0"/>
                      <a:ea typeface="等线" panose="02010600030101010101" pitchFamily="2" charset="-122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2" name="椭圆 38">
                    <a:extLst>
                      <a:ext uri="{FF2B5EF4-FFF2-40B4-BE49-F238E27FC236}">
                        <a16:creationId xmlns:a16="http://schemas.microsoft.com/office/drawing/2014/main" id="{05446E81-B052-5956-4414-7F2221EF2F3E}"/>
                      </a:ext>
                    </a:extLst>
                  </p:cNvPr>
                  <p:cNvSpPr/>
                  <p:nvPr/>
                </p:nvSpPr>
                <p:spPr>
                  <a:xfrm rot="16200000" flipH="1">
                    <a:off x="6144643" y="16832867"/>
                    <a:ext cx="228600" cy="228600"/>
                  </a:xfrm>
                  <a:prstGeom prst="ellipse">
                    <a:avLst/>
                  </a:prstGeom>
                  <a:solidFill>
                    <a:srgbClr val="DE6866">
                      <a:alpha val="50000"/>
                    </a:srgbClr>
                  </a:solidFill>
                  <a:ln w="12700" cap="flat" cmpd="sng" algn="ctr">
                    <a:solidFill>
                      <a:srgbClr val="DE6866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 defTabSz="914400" hangingPunct="1">
                      <a:defRPr/>
                    </a:pPr>
                    <a:endParaRPr lang="zh-CN" altLang="en-US" sz="700">
                      <a:solidFill>
                        <a:prstClr val="white"/>
                      </a:solidFill>
                      <a:latin typeface="Arial" panose="020B0604020202020204" pitchFamily="34" charset="0"/>
                      <a:ea typeface="等线" panose="02010600030101010101" pitchFamily="2" charset="-122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3" name="椭圆 40">
                    <a:extLst>
                      <a:ext uri="{FF2B5EF4-FFF2-40B4-BE49-F238E27FC236}">
                        <a16:creationId xmlns:a16="http://schemas.microsoft.com/office/drawing/2014/main" id="{B0AD307B-BE4E-05D5-D244-8DA0D33E24CD}"/>
                      </a:ext>
                    </a:extLst>
                  </p:cNvPr>
                  <p:cNvSpPr/>
                  <p:nvPr/>
                </p:nvSpPr>
                <p:spPr>
                  <a:xfrm rot="16200000" flipH="1">
                    <a:off x="6512237" y="16832867"/>
                    <a:ext cx="228600" cy="228600"/>
                  </a:xfrm>
                  <a:prstGeom prst="ellipse">
                    <a:avLst/>
                  </a:prstGeom>
                  <a:solidFill>
                    <a:srgbClr val="DE6866">
                      <a:alpha val="50000"/>
                    </a:srgbClr>
                  </a:solidFill>
                  <a:ln w="12700" cap="flat" cmpd="sng" algn="ctr">
                    <a:solidFill>
                      <a:srgbClr val="DE6866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 defTabSz="914400" hangingPunct="1">
                      <a:defRPr/>
                    </a:pPr>
                    <a:endParaRPr lang="zh-CN" altLang="en-US" sz="700">
                      <a:solidFill>
                        <a:prstClr val="white"/>
                      </a:solidFill>
                      <a:latin typeface="Arial" panose="020B0604020202020204" pitchFamily="34" charset="0"/>
                      <a:ea typeface="等线" panose="02010600030101010101" pitchFamily="2" charset="-122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45" name="直接连接符 43">
                    <a:extLst>
                      <a:ext uri="{FF2B5EF4-FFF2-40B4-BE49-F238E27FC236}">
                        <a16:creationId xmlns:a16="http://schemas.microsoft.com/office/drawing/2014/main" id="{3C3C0ECD-3B2E-7E3D-18BD-83FBE824D8AA}"/>
                      </a:ext>
                    </a:extLst>
                  </p:cNvPr>
                  <p:cNvCxnSpPr>
                    <a:cxnSpLocks/>
                    <a:stCxn id="38" idx="6"/>
                    <a:endCxn id="39" idx="2"/>
                  </p:cNvCxnSpPr>
                  <p:nvPr/>
                </p:nvCxnSpPr>
                <p:spPr>
                  <a:xfrm>
                    <a:off x="5537730" y="16221822"/>
                    <a:ext cx="352535" cy="611040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DE6866"/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6" name="直接连接符 45">
                    <a:extLst>
                      <a:ext uri="{FF2B5EF4-FFF2-40B4-BE49-F238E27FC236}">
                        <a16:creationId xmlns:a16="http://schemas.microsoft.com/office/drawing/2014/main" id="{903FD68B-76B7-9CFC-5666-009CCBACF3E4}"/>
                      </a:ext>
                    </a:extLst>
                  </p:cNvPr>
                  <p:cNvCxnSpPr>
                    <a:cxnSpLocks/>
                    <a:stCxn id="38" idx="6"/>
                    <a:endCxn id="42" idx="2"/>
                  </p:cNvCxnSpPr>
                  <p:nvPr/>
                </p:nvCxnSpPr>
                <p:spPr>
                  <a:xfrm>
                    <a:off x="5537730" y="16221822"/>
                    <a:ext cx="721213" cy="611045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DE6866"/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7" name="直接连接符 47">
                    <a:extLst>
                      <a:ext uri="{FF2B5EF4-FFF2-40B4-BE49-F238E27FC236}">
                        <a16:creationId xmlns:a16="http://schemas.microsoft.com/office/drawing/2014/main" id="{23DB28AB-78DD-1EB4-64BB-A409B789AE3D}"/>
                      </a:ext>
                    </a:extLst>
                  </p:cNvPr>
                  <p:cNvCxnSpPr>
                    <a:cxnSpLocks/>
                    <a:stCxn id="38" idx="6"/>
                    <a:endCxn id="43" idx="2"/>
                  </p:cNvCxnSpPr>
                  <p:nvPr/>
                </p:nvCxnSpPr>
                <p:spPr>
                  <a:xfrm>
                    <a:off x="5537730" y="16221822"/>
                    <a:ext cx="1088807" cy="611045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DE6866"/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8" name="直接连接符 49">
                    <a:extLst>
                      <a:ext uri="{FF2B5EF4-FFF2-40B4-BE49-F238E27FC236}">
                        <a16:creationId xmlns:a16="http://schemas.microsoft.com/office/drawing/2014/main" id="{61735588-A220-A866-C2C1-8C86872E5C4A}"/>
                      </a:ext>
                    </a:extLst>
                  </p:cNvPr>
                  <p:cNvCxnSpPr>
                    <a:cxnSpLocks/>
                    <a:stCxn id="40" idx="6"/>
                    <a:endCxn id="39" idx="2"/>
                  </p:cNvCxnSpPr>
                  <p:nvPr/>
                </p:nvCxnSpPr>
                <p:spPr>
                  <a:xfrm flipH="1">
                    <a:off x="5890265" y="16221822"/>
                    <a:ext cx="14247" cy="611040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DE6866"/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49" name="直接连接符 51">
                    <a:extLst>
                      <a:ext uri="{FF2B5EF4-FFF2-40B4-BE49-F238E27FC236}">
                        <a16:creationId xmlns:a16="http://schemas.microsoft.com/office/drawing/2014/main" id="{30B959E7-24EE-4A24-63E4-57163094CB09}"/>
                      </a:ext>
                    </a:extLst>
                  </p:cNvPr>
                  <p:cNvCxnSpPr>
                    <a:cxnSpLocks/>
                    <a:stCxn id="40" idx="6"/>
                    <a:endCxn id="42" idx="2"/>
                  </p:cNvCxnSpPr>
                  <p:nvPr/>
                </p:nvCxnSpPr>
                <p:spPr>
                  <a:xfrm>
                    <a:off x="5904512" y="16221822"/>
                    <a:ext cx="354431" cy="611045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DE6866"/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51" name="直接连接符 53">
                    <a:extLst>
                      <a:ext uri="{FF2B5EF4-FFF2-40B4-BE49-F238E27FC236}">
                        <a16:creationId xmlns:a16="http://schemas.microsoft.com/office/drawing/2014/main" id="{8424C204-C863-8165-F7BC-96CE15BABCB3}"/>
                      </a:ext>
                    </a:extLst>
                  </p:cNvPr>
                  <p:cNvCxnSpPr>
                    <a:cxnSpLocks/>
                    <a:stCxn id="40" idx="6"/>
                    <a:endCxn id="43" idx="2"/>
                  </p:cNvCxnSpPr>
                  <p:nvPr/>
                </p:nvCxnSpPr>
                <p:spPr>
                  <a:xfrm>
                    <a:off x="5904512" y="16221822"/>
                    <a:ext cx="722025" cy="611045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DE6866"/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52" name="直接连接符 55">
                    <a:extLst>
                      <a:ext uri="{FF2B5EF4-FFF2-40B4-BE49-F238E27FC236}">
                        <a16:creationId xmlns:a16="http://schemas.microsoft.com/office/drawing/2014/main" id="{687AB9C5-8BE6-73DE-7B1B-ACF595C89EEB}"/>
                      </a:ext>
                    </a:extLst>
                  </p:cNvPr>
                  <p:cNvCxnSpPr>
                    <a:cxnSpLocks/>
                    <a:stCxn id="41" idx="6"/>
                    <a:endCxn id="39" idx="2"/>
                  </p:cNvCxnSpPr>
                  <p:nvPr/>
                </p:nvCxnSpPr>
                <p:spPr>
                  <a:xfrm flipH="1">
                    <a:off x="5890265" y="16221821"/>
                    <a:ext cx="363473" cy="611041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DE6866"/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53" name="直接连接符 57">
                    <a:extLst>
                      <a:ext uri="{FF2B5EF4-FFF2-40B4-BE49-F238E27FC236}">
                        <a16:creationId xmlns:a16="http://schemas.microsoft.com/office/drawing/2014/main" id="{E8B603AB-0F44-1134-CAA9-5C3C912258EA}"/>
                      </a:ext>
                    </a:extLst>
                  </p:cNvPr>
                  <p:cNvCxnSpPr>
                    <a:cxnSpLocks/>
                    <a:stCxn id="41" idx="6"/>
                    <a:endCxn id="42" idx="2"/>
                  </p:cNvCxnSpPr>
                  <p:nvPr/>
                </p:nvCxnSpPr>
                <p:spPr>
                  <a:xfrm>
                    <a:off x="6253738" y="16221821"/>
                    <a:ext cx="5205" cy="611046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DE6866"/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55" name="直接连接符 59">
                    <a:extLst>
                      <a:ext uri="{FF2B5EF4-FFF2-40B4-BE49-F238E27FC236}">
                        <a16:creationId xmlns:a16="http://schemas.microsoft.com/office/drawing/2014/main" id="{F81948CC-5C82-60C1-DA09-C98A7ED2A73A}"/>
                      </a:ext>
                    </a:extLst>
                  </p:cNvPr>
                  <p:cNvCxnSpPr>
                    <a:cxnSpLocks/>
                    <a:stCxn id="41" idx="6"/>
                    <a:endCxn id="43" idx="2"/>
                  </p:cNvCxnSpPr>
                  <p:nvPr/>
                </p:nvCxnSpPr>
                <p:spPr>
                  <a:xfrm>
                    <a:off x="6253738" y="16221821"/>
                    <a:ext cx="372799" cy="611046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DE6866"/>
                    </a:solidFill>
                    <a:prstDash val="solid"/>
                    <a:miter lim="800000"/>
                  </a:ln>
                  <a:effectLst/>
                </p:spPr>
              </p:cxnSp>
              <p:sp>
                <p:nvSpPr>
                  <p:cNvPr id="56" name="椭圆 32">
                    <a:extLst>
                      <a:ext uri="{FF2B5EF4-FFF2-40B4-BE49-F238E27FC236}">
                        <a16:creationId xmlns:a16="http://schemas.microsoft.com/office/drawing/2014/main" id="{C4822C8B-BEDA-0653-31E5-146CA9742342}"/>
                      </a:ext>
                    </a:extLst>
                  </p:cNvPr>
                  <p:cNvSpPr/>
                  <p:nvPr/>
                </p:nvSpPr>
                <p:spPr>
                  <a:xfrm rot="16200000" flipH="1">
                    <a:off x="7520708" y="16065946"/>
                    <a:ext cx="151224" cy="160525"/>
                  </a:xfrm>
                  <a:prstGeom prst="ellipse">
                    <a:avLst/>
                  </a:prstGeom>
                  <a:noFill/>
                  <a:ln w="12700" cap="flat" cmpd="sng" algn="ctr">
                    <a:solidFill>
                      <a:srgbClr val="DE6866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 defTabSz="914400" hangingPunct="1">
                      <a:defRPr/>
                    </a:pPr>
                    <a:endParaRPr lang="zh-CN" altLang="en-US" sz="700">
                      <a:solidFill>
                        <a:prstClr val="white"/>
                      </a:solidFill>
                      <a:latin typeface="Arial" panose="020B0604020202020204" pitchFamily="34" charset="0"/>
                      <a:ea typeface="等线" panose="02010600030101010101" pitchFamily="2" charset="-122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7" name="椭圆 40">
                    <a:extLst>
                      <a:ext uri="{FF2B5EF4-FFF2-40B4-BE49-F238E27FC236}">
                        <a16:creationId xmlns:a16="http://schemas.microsoft.com/office/drawing/2014/main" id="{FBA962B6-933D-F9FA-CC76-3D6C229B1256}"/>
                      </a:ext>
                    </a:extLst>
                  </p:cNvPr>
                  <p:cNvSpPr/>
                  <p:nvPr/>
                </p:nvSpPr>
                <p:spPr>
                  <a:xfrm rot="16200000" flipH="1">
                    <a:off x="7117750" y="16828023"/>
                    <a:ext cx="228600" cy="228600"/>
                  </a:xfrm>
                  <a:prstGeom prst="ellipse">
                    <a:avLst/>
                  </a:prstGeom>
                  <a:solidFill>
                    <a:srgbClr val="DE6866">
                      <a:alpha val="50000"/>
                    </a:srgbClr>
                  </a:solidFill>
                  <a:ln w="12700" cap="flat" cmpd="sng" algn="ctr">
                    <a:solidFill>
                      <a:srgbClr val="DE6866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 defTabSz="914400" hangingPunct="1">
                      <a:defRPr/>
                    </a:pPr>
                    <a:endParaRPr lang="zh-CN" altLang="en-US" sz="700">
                      <a:solidFill>
                        <a:prstClr val="white"/>
                      </a:solidFill>
                      <a:latin typeface="Arial" panose="020B0604020202020204" pitchFamily="34" charset="0"/>
                      <a:ea typeface="等线" panose="02010600030101010101" pitchFamily="2" charset="-122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58" name="直接连接符 55">
                    <a:extLst>
                      <a:ext uri="{FF2B5EF4-FFF2-40B4-BE49-F238E27FC236}">
                        <a16:creationId xmlns:a16="http://schemas.microsoft.com/office/drawing/2014/main" id="{1CFA1A4F-CB9B-8C0E-17D0-5D7FE0F25C8E}"/>
                      </a:ext>
                    </a:extLst>
                  </p:cNvPr>
                  <p:cNvCxnSpPr>
                    <a:cxnSpLocks/>
                    <a:stCxn id="56" idx="6"/>
                    <a:endCxn id="39" idx="2"/>
                  </p:cNvCxnSpPr>
                  <p:nvPr/>
                </p:nvCxnSpPr>
                <p:spPr>
                  <a:xfrm flipH="1">
                    <a:off x="5890265" y="16221821"/>
                    <a:ext cx="1706056" cy="611041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DE6866"/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59" name="直接连接符 55">
                    <a:extLst>
                      <a:ext uri="{FF2B5EF4-FFF2-40B4-BE49-F238E27FC236}">
                        <a16:creationId xmlns:a16="http://schemas.microsoft.com/office/drawing/2014/main" id="{65269787-BBB3-E67E-4C24-504D691EF9DE}"/>
                      </a:ext>
                    </a:extLst>
                  </p:cNvPr>
                  <p:cNvCxnSpPr>
                    <a:cxnSpLocks/>
                    <a:stCxn id="56" idx="6"/>
                    <a:endCxn id="42" idx="2"/>
                  </p:cNvCxnSpPr>
                  <p:nvPr/>
                </p:nvCxnSpPr>
                <p:spPr>
                  <a:xfrm flipH="1">
                    <a:off x="6258943" y="16221821"/>
                    <a:ext cx="1337378" cy="611046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DE6866"/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60" name="直接连接符 55">
                    <a:extLst>
                      <a:ext uri="{FF2B5EF4-FFF2-40B4-BE49-F238E27FC236}">
                        <a16:creationId xmlns:a16="http://schemas.microsoft.com/office/drawing/2014/main" id="{73FABFE5-B872-EDB1-BC24-F8510C8A58DF}"/>
                      </a:ext>
                    </a:extLst>
                  </p:cNvPr>
                  <p:cNvCxnSpPr>
                    <a:cxnSpLocks/>
                    <a:stCxn id="56" idx="6"/>
                    <a:endCxn id="43" idx="2"/>
                  </p:cNvCxnSpPr>
                  <p:nvPr/>
                </p:nvCxnSpPr>
                <p:spPr>
                  <a:xfrm flipH="1">
                    <a:off x="6626537" y="16221821"/>
                    <a:ext cx="969784" cy="611046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DE6866"/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61" name="直接连接符 55">
                    <a:extLst>
                      <a:ext uri="{FF2B5EF4-FFF2-40B4-BE49-F238E27FC236}">
                        <a16:creationId xmlns:a16="http://schemas.microsoft.com/office/drawing/2014/main" id="{5D370372-3D41-01C0-5160-7519408FBE23}"/>
                      </a:ext>
                    </a:extLst>
                  </p:cNvPr>
                  <p:cNvCxnSpPr>
                    <a:cxnSpLocks/>
                    <a:stCxn id="56" idx="6"/>
                    <a:endCxn id="57" idx="2"/>
                  </p:cNvCxnSpPr>
                  <p:nvPr/>
                </p:nvCxnSpPr>
                <p:spPr>
                  <a:xfrm flipH="1">
                    <a:off x="7232050" y="16221821"/>
                    <a:ext cx="364271" cy="606202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DE6866"/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62" name="直接连接符 55">
                    <a:extLst>
                      <a:ext uri="{FF2B5EF4-FFF2-40B4-BE49-F238E27FC236}">
                        <a16:creationId xmlns:a16="http://schemas.microsoft.com/office/drawing/2014/main" id="{C2C97D37-257E-3E8D-1AB9-E57E2A860B1F}"/>
                      </a:ext>
                    </a:extLst>
                  </p:cNvPr>
                  <p:cNvCxnSpPr>
                    <a:cxnSpLocks/>
                    <a:stCxn id="57" idx="2"/>
                    <a:endCxn id="41" idx="6"/>
                  </p:cNvCxnSpPr>
                  <p:nvPr/>
                </p:nvCxnSpPr>
                <p:spPr>
                  <a:xfrm flipH="1" flipV="1">
                    <a:off x="6253738" y="16221821"/>
                    <a:ext cx="978312" cy="606202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DE6866"/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63" name="直接连接符 55">
                    <a:extLst>
                      <a:ext uri="{FF2B5EF4-FFF2-40B4-BE49-F238E27FC236}">
                        <a16:creationId xmlns:a16="http://schemas.microsoft.com/office/drawing/2014/main" id="{38453E1D-01FE-909E-23F5-D38607CBD937}"/>
                      </a:ext>
                    </a:extLst>
                  </p:cNvPr>
                  <p:cNvCxnSpPr>
                    <a:cxnSpLocks/>
                    <a:stCxn id="57" idx="2"/>
                    <a:endCxn id="40" idx="6"/>
                  </p:cNvCxnSpPr>
                  <p:nvPr/>
                </p:nvCxnSpPr>
                <p:spPr>
                  <a:xfrm flipH="1" flipV="1">
                    <a:off x="5904512" y="16221822"/>
                    <a:ext cx="1327538" cy="606201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DE6866"/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1024" name="直接连接符 55">
                    <a:extLst>
                      <a:ext uri="{FF2B5EF4-FFF2-40B4-BE49-F238E27FC236}">
                        <a16:creationId xmlns:a16="http://schemas.microsoft.com/office/drawing/2014/main" id="{D7B67A53-E123-8CFE-94CD-73760EBC939B}"/>
                      </a:ext>
                    </a:extLst>
                  </p:cNvPr>
                  <p:cNvCxnSpPr>
                    <a:cxnSpLocks/>
                    <a:stCxn id="57" idx="2"/>
                    <a:endCxn id="38" idx="6"/>
                  </p:cNvCxnSpPr>
                  <p:nvPr/>
                </p:nvCxnSpPr>
                <p:spPr>
                  <a:xfrm flipH="1" flipV="1">
                    <a:off x="5537730" y="16221822"/>
                    <a:ext cx="1694320" cy="606201"/>
                  </a:xfrm>
                  <a:prstGeom prst="line">
                    <a:avLst/>
                  </a:prstGeom>
                  <a:noFill/>
                  <a:ln w="6350" cap="flat" cmpd="sng" algn="ctr">
                    <a:solidFill>
                      <a:srgbClr val="DE6866"/>
                    </a:solidFill>
                    <a:prstDash val="solid"/>
                    <a:miter lim="800000"/>
                  </a:ln>
                  <a:effectLst/>
                </p:spPr>
              </p:cxnSp>
              <p:sp>
                <p:nvSpPr>
                  <p:cNvPr id="1025" name="Rectangle 1024">
                    <a:extLst>
                      <a:ext uri="{FF2B5EF4-FFF2-40B4-BE49-F238E27FC236}">
                        <a16:creationId xmlns:a16="http://schemas.microsoft.com/office/drawing/2014/main" id="{95444997-E35C-7F6B-8EFE-77F642A6D07D}"/>
                      </a:ext>
                    </a:extLst>
                  </p:cNvPr>
                  <p:cNvSpPr/>
                  <p:nvPr/>
                </p:nvSpPr>
                <p:spPr>
                  <a:xfrm rot="10800000" flipH="1">
                    <a:off x="6981964" y="16052791"/>
                    <a:ext cx="604956" cy="30967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>
                        <a:solidFill>
                          <a:srgbClr val="DE6866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…</a:t>
                    </a:r>
                  </a:p>
                </p:txBody>
              </p:sp>
              <p:sp>
                <p:nvSpPr>
                  <p:cNvPr id="1027" name="Rectangle 1026">
                    <a:extLst>
                      <a:ext uri="{FF2B5EF4-FFF2-40B4-BE49-F238E27FC236}">
                        <a16:creationId xmlns:a16="http://schemas.microsoft.com/office/drawing/2014/main" id="{F29D4844-49F7-90E3-84DD-4F4CB3E9D97F}"/>
                      </a:ext>
                    </a:extLst>
                  </p:cNvPr>
                  <p:cNvSpPr/>
                  <p:nvPr/>
                </p:nvSpPr>
                <p:spPr>
                  <a:xfrm rot="10800000" flipH="1">
                    <a:off x="7035404" y="17371691"/>
                    <a:ext cx="228600" cy="2286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>
                        <a:solidFill>
                          <a:srgbClr val="DE6866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…</a:t>
                    </a:r>
                  </a:p>
                </p:txBody>
              </p:sp>
              <p:sp>
                <p:nvSpPr>
                  <p:cNvPr id="1028" name="Left Brace 1027">
                    <a:extLst>
                      <a:ext uri="{FF2B5EF4-FFF2-40B4-BE49-F238E27FC236}">
                        <a16:creationId xmlns:a16="http://schemas.microsoft.com/office/drawing/2014/main" id="{0F478E7D-4E32-9AD1-2EDF-D02465082E77}"/>
                      </a:ext>
                    </a:extLst>
                  </p:cNvPr>
                  <p:cNvSpPr/>
                  <p:nvPr/>
                </p:nvSpPr>
                <p:spPr bwMode="auto">
                  <a:xfrm rot="5400000">
                    <a:off x="6495226" y="14843885"/>
                    <a:ext cx="139861" cy="2300358"/>
                  </a:xfrm>
                  <a:prstGeom prst="leftBrace">
                    <a:avLst>
                      <a:gd name="adj1" fmla="val 51304"/>
                      <a:gd name="adj2" fmla="val 50000"/>
                    </a:avLst>
                  </a:prstGeom>
                  <a:noFill/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r" defTabSz="914400" fontAlgn="base" hangingPunct="1">
                      <a:lnSpc>
                        <a:spcPct val="9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</a:pPr>
                    <a:endParaRPr lang="en-US" sz="700">
                      <a:solidFill>
                        <a:srgbClr val="C93E3F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029" name="TextBox 1028">
                    <a:extLst>
                      <a:ext uri="{FF2B5EF4-FFF2-40B4-BE49-F238E27FC236}">
                        <a16:creationId xmlns:a16="http://schemas.microsoft.com/office/drawing/2014/main" id="{D3F170DE-D512-A40B-9EDB-009B750B9290}"/>
                      </a:ext>
                    </a:extLst>
                  </p:cNvPr>
                  <p:cNvSpPr txBox="1"/>
                  <p:nvPr/>
                </p:nvSpPr>
                <p:spPr>
                  <a:xfrm>
                    <a:off x="5234367" y="17003104"/>
                    <a:ext cx="740281" cy="51618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sz="1600">
                        <a:solidFill>
                          <a:srgbClr val="DE6866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Class 1</a:t>
                    </a:r>
                  </a:p>
                </p:txBody>
              </p:sp>
              <p:sp>
                <p:nvSpPr>
                  <p:cNvPr id="1030" name="TextBox 1029">
                    <a:extLst>
                      <a:ext uri="{FF2B5EF4-FFF2-40B4-BE49-F238E27FC236}">
                        <a16:creationId xmlns:a16="http://schemas.microsoft.com/office/drawing/2014/main" id="{A11EEA58-DE4D-788D-D1EE-4F5097A02744}"/>
                      </a:ext>
                    </a:extLst>
                  </p:cNvPr>
                  <p:cNvSpPr txBox="1"/>
                  <p:nvPr/>
                </p:nvSpPr>
                <p:spPr>
                  <a:xfrm>
                    <a:off x="5776894" y="17003104"/>
                    <a:ext cx="750267" cy="51618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sz="1600">
                        <a:solidFill>
                          <a:srgbClr val="DE6866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Class 2</a:t>
                    </a:r>
                  </a:p>
                </p:txBody>
              </p:sp>
              <p:sp>
                <p:nvSpPr>
                  <p:cNvPr id="1031" name="TextBox 1030">
                    <a:extLst>
                      <a:ext uri="{FF2B5EF4-FFF2-40B4-BE49-F238E27FC236}">
                        <a16:creationId xmlns:a16="http://schemas.microsoft.com/office/drawing/2014/main" id="{43FB5638-0ABD-6A44-8230-368F3F500850}"/>
                      </a:ext>
                    </a:extLst>
                  </p:cNvPr>
                  <p:cNvSpPr txBox="1"/>
                  <p:nvPr/>
                </p:nvSpPr>
                <p:spPr>
                  <a:xfrm>
                    <a:off x="6329407" y="17003104"/>
                    <a:ext cx="719601" cy="51618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sz="1600">
                        <a:solidFill>
                          <a:srgbClr val="DE6866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Class 3</a:t>
                    </a:r>
                  </a:p>
                </p:txBody>
              </p:sp>
              <p:sp>
                <p:nvSpPr>
                  <p:cNvPr id="1032" name="TextBox 1031">
                    <a:extLst>
                      <a:ext uri="{FF2B5EF4-FFF2-40B4-BE49-F238E27FC236}">
                        <a16:creationId xmlns:a16="http://schemas.microsoft.com/office/drawing/2014/main" id="{C99A5AFD-63CD-0A7C-E82B-64C979FD2A57}"/>
                      </a:ext>
                    </a:extLst>
                  </p:cNvPr>
                  <p:cNvSpPr txBox="1"/>
                  <p:nvPr/>
                </p:nvSpPr>
                <p:spPr>
                  <a:xfrm>
                    <a:off x="7136099" y="17003104"/>
                    <a:ext cx="823818" cy="516183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sz="1600">
                        <a:solidFill>
                          <a:srgbClr val="DE6866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Class </a:t>
                    </a:r>
                  </a:p>
                  <a:p>
                    <a:pPr algn="ctr"/>
                    <a:r>
                      <a:rPr lang="en-US" sz="1600">
                        <a:solidFill>
                          <a:srgbClr val="DE6866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N</a:t>
                    </a:r>
                  </a:p>
                </p:txBody>
              </p:sp>
              <p:sp>
                <p:nvSpPr>
                  <p:cNvPr id="1033" name="Rectangle 1032">
                    <a:extLst>
                      <a:ext uri="{FF2B5EF4-FFF2-40B4-BE49-F238E27FC236}">
                        <a16:creationId xmlns:a16="http://schemas.microsoft.com/office/drawing/2014/main" id="{11FCC386-86C9-8123-2105-580BDAD56794}"/>
                      </a:ext>
                    </a:extLst>
                  </p:cNvPr>
                  <p:cNvSpPr/>
                  <p:nvPr/>
                </p:nvSpPr>
                <p:spPr>
                  <a:xfrm rot="10800000" flipH="1">
                    <a:off x="6291789" y="16052791"/>
                    <a:ext cx="604956" cy="30967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>
                        <a:solidFill>
                          <a:srgbClr val="DE6866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…</a:t>
                    </a:r>
                  </a:p>
                </p:txBody>
              </p:sp>
              <p:sp>
                <p:nvSpPr>
                  <p:cNvPr id="1034" name="Rectangle 1033">
                    <a:extLst>
                      <a:ext uri="{FF2B5EF4-FFF2-40B4-BE49-F238E27FC236}">
                        <a16:creationId xmlns:a16="http://schemas.microsoft.com/office/drawing/2014/main" id="{1757E4BD-C925-EBBB-EBE9-B894F1B4C72C}"/>
                      </a:ext>
                    </a:extLst>
                  </p:cNvPr>
                  <p:cNvSpPr/>
                  <p:nvPr/>
                </p:nvSpPr>
                <p:spPr>
                  <a:xfrm rot="10800000" flipH="1">
                    <a:off x="6638808" y="16052791"/>
                    <a:ext cx="604956" cy="30967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>
                        <a:solidFill>
                          <a:srgbClr val="DE6866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…</a:t>
                    </a:r>
                  </a:p>
                </p:txBody>
              </p:sp>
            </p:grpSp>
          </p:grp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5BF06662-78D4-A8D3-FE94-834023FEEC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86638" y="5700687"/>
                <a:ext cx="7863840" cy="0"/>
              </a:xfrm>
              <a:prstGeom prst="line">
                <a:avLst/>
              </a:prstGeom>
              <a:noFill/>
              <a:ln w="28575" cap="flat">
                <a:solidFill>
                  <a:schemeClr val="tx1"/>
                </a:solidFill>
                <a:prstDash val="sysDash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0DC2AE5D-EBA7-D9C1-0CCC-59E70D9E43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86638" y="7102671"/>
                <a:ext cx="7863840" cy="0"/>
              </a:xfrm>
              <a:prstGeom prst="line">
                <a:avLst/>
              </a:prstGeom>
              <a:noFill/>
              <a:ln w="28575" cap="flat">
                <a:solidFill>
                  <a:schemeClr val="tx1"/>
                </a:solidFill>
                <a:prstDash val="sysDash"/>
                <a:miter lim="8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grpSp>
            <p:nvGrpSpPr>
              <p:cNvPr id="1073" name="Group 1072">
                <a:extLst>
                  <a:ext uri="{FF2B5EF4-FFF2-40B4-BE49-F238E27FC236}">
                    <a16:creationId xmlns:a16="http://schemas.microsoft.com/office/drawing/2014/main" id="{E0312621-41F4-81C8-5C0A-208573844205}"/>
                  </a:ext>
                </a:extLst>
              </p:cNvPr>
              <p:cNvGrpSpPr/>
              <p:nvPr/>
            </p:nvGrpSpPr>
            <p:grpSpPr>
              <a:xfrm>
                <a:off x="13506021" y="3736890"/>
                <a:ext cx="1199142" cy="502403"/>
                <a:chOff x="3974769" y="11977396"/>
                <a:chExt cx="1199142" cy="502403"/>
              </a:xfrm>
            </p:grpSpPr>
            <p:sp>
              <p:nvSpPr>
                <p:cNvPr id="7" name="Flowchart: Connector 6">
                  <a:extLst>
                    <a:ext uri="{FF2B5EF4-FFF2-40B4-BE49-F238E27FC236}">
                      <a16:creationId xmlns:a16="http://schemas.microsoft.com/office/drawing/2014/main" id="{76500BC4-C370-B52A-F392-980C83BEFBC9}"/>
                    </a:ext>
                  </a:extLst>
                </p:cNvPr>
                <p:cNvSpPr/>
                <p:nvPr/>
              </p:nvSpPr>
              <p:spPr>
                <a:xfrm>
                  <a:off x="4104902" y="11977396"/>
                  <a:ext cx="938877" cy="502403"/>
                </a:xfrm>
                <a:prstGeom prst="flowChartConnector">
                  <a:avLst/>
                </a:prstGeom>
                <a:noFill/>
                <a:ln w="25400">
                  <a:solidFill>
                    <a:srgbClr val="559AD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71" name="TextBox 1070">
                  <a:extLst>
                    <a:ext uri="{FF2B5EF4-FFF2-40B4-BE49-F238E27FC236}">
                      <a16:creationId xmlns:a16="http://schemas.microsoft.com/office/drawing/2014/main" id="{A12AE9F3-3D65-73E5-C18F-3E928B5A5AFD}"/>
                    </a:ext>
                  </a:extLst>
                </p:cNvPr>
                <p:cNvSpPr txBox="1"/>
                <p:nvPr/>
              </p:nvSpPr>
              <p:spPr>
                <a:xfrm>
                  <a:off x="3974769" y="12020848"/>
                  <a:ext cx="1199142" cy="41549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100">
                      <a:solidFill>
                        <a:srgbClr val="569AD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Input</a:t>
                  </a:r>
                </a:p>
              </p:txBody>
            </p:sp>
          </p:grpSp>
          <p:sp>
            <p:nvSpPr>
              <p:cNvPr id="1074" name="Arrow: Down 1073">
                <a:extLst>
                  <a:ext uri="{FF2B5EF4-FFF2-40B4-BE49-F238E27FC236}">
                    <a16:creationId xmlns:a16="http://schemas.microsoft.com/office/drawing/2014/main" id="{061CEFBC-9859-02D0-15E2-7E050AD638EE}"/>
                  </a:ext>
                </a:extLst>
              </p:cNvPr>
              <p:cNvSpPr/>
              <p:nvPr/>
            </p:nvSpPr>
            <p:spPr>
              <a:xfrm>
                <a:off x="12575095" y="5584037"/>
                <a:ext cx="299052" cy="404105"/>
              </a:xfrm>
              <a:prstGeom prst="downArrow">
                <a:avLst/>
              </a:prstGeom>
              <a:solidFill>
                <a:srgbClr val="559AD0"/>
              </a:solidFill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878366"/>
                  </a:solidFill>
                </a:endParaRPr>
              </a:p>
            </p:txBody>
          </p:sp>
          <p:sp>
            <p:nvSpPr>
              <p:cNvPr id="1075" name="Arrow: Down 1074">
                <a:extLst>
                  <a:ext uri="{FF2B5EF4-FFF2-40B4-BE49-F238E27FC236}">
                    <a16:creationId xmlns:a16="http://schemas.microsoft.com/office/drawing/2014/main" id="{9B84AB2E-5A2D-CC5D-616F-45B04E6B3BAB}"/>
                  </a:ext>
                </a:extLst>
              </p:cNvPr>
              <p:cNvSpPr/>
              <p:nvPr/>
            </p:nvSpPr>
            <p:spPr>
              <a:xfrm>
                <a:off x="12575095" y="6994811"/>
                <a:ext cx="299052" cy="404105"/>
              </a:xfrm>
              <a:prstGeom prst="downArrow">
                <a:avLst/>
              </a:prstGeom>
              <a:solidFill>
                <a:srgbClr val="559AD0"/>
              </a:solidFill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878366"/>
                  </a:solidFill>
                </a:endParaRPr>
              </a:p>
            </p:txBody>
          </p:sp>
          <p:sp>
            <p:nvSpPr>
              <p:cNvPr id="1076" name="Rectangle: Rounded Corners 1075">
                <a:extLst>
                  <a:ext uri="{FF2B5EF4-FFF2-40B4-BE49-F238E27FC236}">
                    <a16:creationId xmlns:a16="http://schemas.microsoft.com/office/drawing/2014/main" id="{88C399CA-DEEC-7E77-F9DA-6231F9BC90B1}"/>
                  </a:ext>
                </a:extLst>
              </p:cNvPr>
              <p:cNvSpPr/>
              <p:nvPr/>
            </p:nvSpPr>
            <p:spPr>
              <a:xfrm>
                <a:off x="11645576" y="6141829"/>
                <a:ext cx="2158090" cy="784046"/>
              </a:xfrm>
              <a:prstGeom prst="roundRect">
                <a:avLst>
                  <a:gd name="adj" fmla="val 6245"/>
                </a:avLst>
              </a:prstGeom>
              <a:solidFill>
                <a:schemeClr val="bg1">
                  <a:lumMod val="95000"/>
                </a:schemeClr>
              </a:solidFill>
              <a:ln w="25400">
                <a:solidFill>
                  <a:srgbClr val="569A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100">
                    <a:solidFill>
                      <a:srgbClr val="569AD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Combinational logic operations</a:t>
                </a:r>
              </a:p>
            </p:txBody>
          </p:sp>
          <p:sp>
            <p:nvSpPr>
              <p:cNvPr id="1077" name="Arrow: Down 1076">
                <a:extLst>
                  <a:ext uri="{FF2B5EF4-FFF2-40B4-BE49-F238E27FC236}">
                    <a16:creationId xmlns:a16="http://schemas.microsoft.com/office/drawing/2014/main" id="{05DD2833-F8AA-6417-85CC-E941937889AE}"/>
                  </a:ext>
                </a:extLst>
              </p:cNvPr>
              <p:cNvSpPr/>
              <p:nvPr/>
            </p:nvSpPr>
            <p:spPr>
              <a:xfrm>
                <a:off x="15409394" y="5584037"/>
                <a:ext cx="299052" cy="404105"/>
              </a:xfrm>
              <a:prstGeom prst="downArrow">
                <a:avLst/>
              </a:prstGeom>
              <a:solidFill>
                <a:srgbClr val="DE6866"/>
              </a:solidFill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878366"/>
                  </a:solidFill>
                </a:endParaRPr>
              </a:p>
            </p:txBody>
          </p:sp>
          <p:sp>
            <p:nvSpPr>
              <p:cNvPr id="1078" name="Arrow: Down 1077">
                <a:extLst>
                  <a:ext uri="{FF2B5EF4-FFF2-40B4-BE49-F238E27FC236}">
                    <a16:creationId xmlns:a16="http://schemas.microsoft.com/office/drawing/2014/main" id="{346555EE-E83C-861A-A2A7-566AF0C73C5E}"/>
                  </a:ext>
                </a:extLst>
              </p:cNvPr>
              <p:cNvSpPr/>
              <p:nvPr/>
            </p:nvSpPr>
            <p:spPr>
              <a:xfrm>
                <a:off x="15409394" y="6997151"/>
                <a:ext cx="299052" cy="404105"/>
              </a:xfrm>
              <a:prstGeom prst="downArrow">
                <a:avLst/>
              </a:prstGeom>
              <a:solidFill>
                <a:srgbClr val="DE6866"/>
              </a:solidFill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878366"/>
                  </a:solidFill>
                </a:endParaRPr>
              </a:p>
            </p:txBody>
          </p:sp>
          <p:grpSp>
            <p:nvGrpSpPr>
              <p:cNvPr id="1498" name="Group 1497">
                <a:extLst>
                  <a:ext uri="{FF2B5EF4-FFF2-40B4-BE49-F238E27FC236}">
                    <a16:creationId xmlns:a16="http://schemas.microsoft.com/office/drawing/2014/main" id="{80D34034-ABD2-D5CD-9842-4693B22F5370}"/>
                  </a:ext>
                </a:extLst>
              </p:cNvPr>
              <p:cNvGrpSpPr/>
              <p:nvPr/>
            </p:nvGrpSpPr>
            <p:grpSpPr>
              <a:xfrm>
                <a:off x="11625425" y="10466472"/>
                <a:ext cx="2254858" cy="896691"/>
                <a:chOff x="2382286" y="18455789"/>
                <a:chExt cx="2254858" cy="896691"/>
              </a:xfrm>
            </p:grpSpPr>
            <p:sp>
              <p:nvSpPr>
                <p:cNvPr id="28" name="Flowchart: Connector 27">
                  <a:extLst>
                    <a:ext uri="{FF2B5EF4-FFF2-40B4-BE49-F238E27FC236}">
                      <a16:creationId xmlns:a16="http://schemas.microsoft.com/office/drawing/2014/main" id="{A3C3768F-9130-F214-A17B-4290DA640C7E}"/>
                    </a:ext>
                  </a:extLst>
                </p:cNvPr>
                <p:cNvSpPr/>
                <p:nvPr/>
              </p:nvSpPr>
              <p:spPr>
                <a:xfrm>
                  <a:off x="2541340" y="18455789"/>
                  <a:ext cx="1936750" cy="896691"/>
                </a:xfrm>
                <a:prstGeom prst="flowChartConnector">
                  <a:avLst/>
                </a:prstGeom>
                <a:solidFill>
                  <a:schemeClr val="bg1">
                    <a:lumMod val="95000"/>
                  </a:schemeClr>
                </a:solidFill>
                <a:ln w="25400">
                  <a:solidFill>
                    <a:srgbClr val="569AD0">
                      <a:alpha val="30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95" name="TextBox 1494">
                  <a:extLst>
                    <a:ext uri="{FF2B5EF4-FFF2-40B4-BE49-F238E27FC236}">
                      <a16:creationId xmlns:a16="http://schemas.microsoft.com/office/drawing/2014/main" id="{E2958890-2FF6-F556-262A-ADC480544952}"/>
                    </a:ext>
                  </a:extLst>
                </p:cNvPr>
                <p:cNvSpPr txBox="1"/>
                <p:nvPr/>
              </p:nvSpPr>
              <p:spPr>
                <a:xfrm>
                  <a:off x="2382286" y="18611002"/>
                  <a:ext cx="2254858" cy="73866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100">
                      <a:solidFill>
                        <a:srgbClr val="569AD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Classification Result</a:t>
                  </a:r>
                </a:p>
              </p:txBody>
            </p:sp>
          </p:grpSp>
          <p:grpSp>
            <p:nvGrpSpPr>
              <p:cNvPr id="1503" name="Group 1502">
                <a:extLst>
                  <a:ext uri="{FF2B5EF4-FFF2-40B4-BE49-F238E27FC236}">
                    <a16:creationId xmlns:a16="http://schemas.microsoft.com/office/drawing/2014/main" id="{7DF80803-DBE2-DA67-1E2A-11EED73B7F4E}"/>
                  </a:ext>
                </a:extLst>
              </p:cNvPr>
              <p:cNvGrpSpPr/>
              <p:nvPr/>
            </p:nvGrpSpPr>
            <p:grpSpPr>
              <a:xfrm>
                <a:off x="14463641" y="10499468"/>
                <a:ext cx="2254858" cy="896691"/>
                <a:chOff x="2382286" y="18455789"/>
                <a:chExt cx="2254858" cy="896691"/>
              </a:xfrm>
            </p:grpSpPr>
            <p:sp>
              <p:nvSpPr>
                <p:cNvPr id="1504" name="Flowchart: Connector 1503">
                  <a:extLst>
                    <a:ext uri="{FF2B5EF4-FFF2-40B4-BE49-F238E27FC236}">
                      <a16:creationId xmlns:a16="http://schemas.microsoft.com/office/drawing/2014/main" id="{12437C8C-8A6F-E7F6-3ED2-640A6DE07515}"/>
                    </a:ext>
                  </a:extLst>
                </p:cNvPr>
                <p:cNvSpPr/>
                <p:nvPr/>
              </p:nvSpPr>
              <p:spPr>
                <a:xfrm>
                  <a:off x="2541340" y="18455789"/>
                  <a:ext cx="1936750" cy="896691"/>
                </a:xfrm>
                <a:prstGeom prst="flowChartConnector">
                  <a:avLst/>
                </a:prstGeom>
                <a:noFill/>
                <a:ln w="25400">
                  <a:solidFill>
                    <a:srgbClr val="DE686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07" name="TextBox 1506">
                  <a:extLst>
                    <a:ext uri="{FF2B5EF4-FFF2-40B4-BE49-F238E27FC236}">
                      <a16:creationId xmlns:a16="http://schemas.microsoft.com/office/drawing/2014/main" id="{10F4B2E5-FD0E-F860-FF93-2B504211E5A2}"/>
                    </a:ext>
                  </a:extLst>
                </p:cNvPr>
                <p:cNvSpPr txBox="1"/>
                <p:nvPr/>
              </p:nvSpPr>
              <p:spPr>
                <a:xfrm>
                  <a:off x="2382286" y="18611002"/>
                  <a:ext cx="2254858" cy="73866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100">
                      <a:solidFill>
                        <a:srgbClr val="DE6866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Classification Result</a:t>
                  </a:r>
                </a:p>
              </p:txBody>
            </p:sp>
          </p:grpSp>
          <p:sp>
            <p:nvSpPr>
              <p:cNvPr id="1508" name="Arrow: Down 1507">
                <a:extLst>
                  <a:ext uri="{FF2B5EF4-FFF2-40B4-BE49-F238E27FC236}">
                    <a16:creationId xmlns:a16="http://schemas.microsoft.com/office/drawing/2014/main" id="{8378E631-2849-DFA0-8B7B-26AF7FEC36A7}"/>
                  </a:ext>
                </a:extLst>
              </p:cNvPr>
              <p:cNvSpPr/>
              <p:nvPr/>
            </p:nvSpPr>
            <p:spPr>
              <a:xfrm>
                <a:off x="12575095" y="10121819"/>
                <a:ext cx="299052" cy="288352"/>
              </a:xfrm>
              <a:prstGeom prst="downArrow">
                <a:avLst/>
              </a:prstGeom>
              <a:solidFill>
                <a:srgbClr val="559AD0"/>
              </a:solidFill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878366"/>
                  </a:solidFill>
                </a:endParaRPr>
              </a:p>
            </p:txBody>
          </p:sp>
          <p:sp>
            <p:nvSpPr>
              <p:cNvPr id="1509" name="Arrow: Down 1508">
                <a:extLst>
                  <a:ext uri="{FF2B5EF4-FFF2-40B4-BE49-F238E27FC236}">
                    <a16:creationId xmlns:a16="http://schemas.microsoft.com/office/drawing/2014/main" id="{3C723C3C-B799-8539-836C-1F38489CDD0B}"/>
                  </a:ext>
                </a:extLst>
              </p:cNvPr>
              <p:cNvSpPr/>
              <p:nvPr/>
            </p:nvSpPr>
            <p:spPr>
              <a:xfrm>
                <a:off x="15409394" y="10121819"/>
                <a:ext cx="299052" cy="288352"/>
              </a:xfrm>
              <a:prstGeom prst="downArrow">
                <a:avLst/>
              </a:prstGeom>
              <a:solidFill>
                <a:srgbClr val="DE6866"/>
              </a:solidFill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878366"/>
                  </a:solidFill>
                </a:endParaRPr>
              </a:p>
            </p:txBody>
          </p:sp>
          <p:sp>
            <p:nvSpPr>
              <p:cNvPr id="1536" name="TextBox 1535">
                <a:extLst>
                  <a:ext uri="{FF2B5EF4-FFF2-40B4-BE49-F238E27FC236}">
                    <a16:creationId xmlns:a16="http://schemas.microsoft.com/office/drawing/2014/main" id="{3D273696-510A-5E39-00D4-039F56EA68FB}"/>
                  </a:ext>
                </a:extLst>
              </p:cNvPr>
              <p:cNvSpPr txBox="1"/>
              <p:nvPr/>
            </p:nvSpPr>
            <p:spPr>
              <a:xfrm>
                <a:off x="10201773" y="11468672"/>
                <a:ext cx="3549006" cy="36933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r>
                  <a:rPr lang="en-US" sz="1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HVs: hyperdimensional vectors</a:t>
                </a:r>
                <a:endParaRPr lang="en-US" sz="1800">
                  <a:solidFill>
                    <a:schemeClr val="tx1"/>
                  </a:solidFill>
                </a:endParaRPr>
              </a:p>
            </p:txBody>
          </p:sp>
          <p:sp>
            <p:nvSpPr>
              <p:cNvPr id="1537" name="TextBox 1536">
                <a:extLst>
                  <a:ext uri="{FF2B5EF4-FFF2-40B4-BE49-F238E27FC236}">
                    <a16:creationId xmlns:a16="http://schemas.microsoft.com/office/drawing/2014/main" id="{D5813A95-FE69-5D27-93B5-E0AB7D165E57}"/>
                  </a:ext>
                </a:extLst>
              </p:cNvPr>
              <p:cNvSpPr txBox="1"/>
              <p:nvPr/>
            </p:nvSpPr>
            <p:spPr>
              <a:xfrm>
                <a:off x="15224549" y="11488929"/>
                <a:ext cx="3549006" cy="36933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r>
                  <a:rPr lang="en-US" sz="1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VMM: vector-matrix multiplication</a:t>
                </a:r>
                <a:endParaRPr lang="en-US" sz="18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37" name="TextBox 1036">
              <a:extLst>
                <a:ext uri="{FF2B5EF4-FFF2-40B4-BE49-F238E27FC236}">
                  <a16:creationId xmlns:a16="http://schemas.microsoft.com/office/drawing/2014/main" id="{64C031C1-AD16-F582-215E-F988F4812811}"/>
                </a:ext>
              </a:extLst>
            </p:cNvPr>
            <p:cNvSpPr txBox="1"/>
            <p:nvPr/>
          </p:nvSpPr>
          <p:spPr>
            <a:xfrm>
              <a:off x="3829278" y="15716094"/>
              <a:ext cx="1655638" cy="3693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r>
                <a:rPr lang="en-US" sz="1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HW: hardware</a:t>
              </a:r>
              <a:endParaRPr lang="en-US" sz="1800" dirty="0">
                <a:solidFill>
                  <a:schemeClr val="tx1"/>
                </a:solidFill>
              </a:endParaRPr>
            </a:p>
          </p:txBody>
        </p:sp>
        <p:grpSp>
          <p:nvGrpSpPr>
            <p:cNvPr id="1575" name="Group 1574">
              <a:extLst>
                <a:ext uri="{FF2B5EF4-FFF2-40B4-BE49-F238E27FC236}">
                  <a16:creationId xmlns:a16="http://schemas.microsoft.com/office/drawing/2014/main" id="{E9F31D43-2095-C315-FFC3-322F6E68B23E}"/>
                </a:ext>
              </a:extLst>
            </p:cNvPr>
            <p:cNvGrpSpPr/>
            <p:nvPr/>
          </p:nvGrpSpPr>
          <p:grpSpPr>
            <a:xfrm>
              <a:off x="344358" y="7876902"/>
              <a:ext cx="3316284" cy="400108"/>
              <a:chOff x="10494382" y="3629821"/>
              <a:chExt cx="3316284" cy="400108"/>
            </a:xfrm>
          </p:grpSpPr>
          <p:sp>
            <p:nvSpPr>
              <p:cNvPr id="1540" name="Rectangle: Rounded Corners 1539">
                <a:extLst>
                  <a:ext uri="{FF2B5EF4-FFF2-40B4-BE49-F238E27FC236}">
                    <a16:creationId xmlns:a16="http://schemas.microsoft.com/office/drawing/2014/main" id="{8AF3085C-B07A-EBCC-F48D-D8C473ED510C}"/>
                  </a:ext>
                </a:extLst>
              </p:cNvPr>
              <p:cNvSpPr/>
              <p:nvPr/>
            </p:nvSpPr>
            <p:spPr>
              <a:xfrm>
                <a:off x="10494382" y="3758479"/>
                <a:ext cx="791975" cy="142792"/>
              </a:xfrm>
              <a:prstGeom prst="roundRect">
                <a:avLst>
                  <a:gd name="adj" fmla="val 6245"/>
                </a:avLst>
              </a:prstGeom>
              <a:solidFill>
                <a:schemeClr val="bg1">
                  <a:lumMod val="95000"/>
                </a:schemeClr>
              </a:solidFill>
              <a:ln w="25400">
                <a:solidFill>
                  <a:srgbClr val="569AD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00" dirty="0">
                  <a:solidFill>
                    <a:srgbClr val="569AD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66" name="TextBox 1565">
                <a:extLst>
                  <a:ext uri="{FF2B5EF4-FFF2-40B4-BE49-F238E27FC236}">
                    <a16:creationId xmlns:a16="http://schemas.microsoft.com/office/drawing/2014/main" id="{37742A9A-2F5A-864D-4025-DE3E79A46652}"/>
                  </a:ext>
                </a:extLst>
              </p:cNvPr>
              <p:cNvSpPr txBox="1"/>
              <p:nvPr/>
            </p:nvSpPr>
            <p:spPr>
              <a:xfrm>
                <a:off x="11305455" y="3629821"/>
                <a:ext cx="2505211" cy="4001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r>
                  <a:rPr lang="en-US" sz="2000" dirty="0"/>
                  <a:t>conventional method</a:t>
                </a:r>
              </a:p>
            </p:txBody>
          </p:sp>
        </p:grpSp>
        <p:grpSp>
          <p:nvGrpSpPr>
            <p:cNvPr id="1574" name="Group 1573">
              <a:extLst>
                <a:ext uri="{FF2B5EF4-FFF2-40B4-BE49-F238E27FC236}">
                  <a16:creationId xmlns:a16="http://schemas.microsoft.com/office/drawing/2014/main" id="{E05FCBF7-5CD9-DF70-38BA-F3CE7E906A98}"/>
                </a:ext>
              </a:extLst>
            </p:cNvPr>
            <p:cNvGrpSpPr/>
            <p:nvPr/>
          </p:nvGrpSpPr>
          <p:grpSpPr>
            <a:xfrm>
              <a:off x="344359" y="8154501"/>
              <a:ext cx="2639989" cy="400108"/>
              <a:chOff x="10494382" y="3998860"/>
              <a:chExt cx="2639989" cy="400108"/>
            </a:xfrm>
          </p:grpSpPr>
          <p:sp>
            <p:nvSpPr>
              <p:cNvPr id="1564" name="Rectangle: Rounded Corners 1563">
                <a:extLst>
                  <a:ext uri="{FF2B5EF4-FFF2-40B4-BE49-F238E27FC236}">
                    <a16:creationId xmlns:a16="http://schemas.microsoft.com/office/drawing/2014/main" id="{3298F2EA-B798-E45D-723F-BF5BC60C320D}"/>
                  </a:ext>
                </a:extLst>
              </p:cNvPr>
              <p:cNvSpPr/>
              <p:nvPr/>
            </p:nvSpPr>
            <p:spPr>
              <a:xfrm>
                <a:off x="10494382" y="4127518"/>
                <a:ext cx="791975" cy="142792"/>
              </a:xfrm>
              <a:prstGeom prst="roundRect">
                <a:avLst>
                  <a:gd name="adj" fmla="val 6245"/>
                </a:avLst>
              </a:prstGeom>
              <a:noFill/>
              <a:ln w="25400">
                <a:solidFill>
                  <a:srgbClr val="DE686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100" dirty="0">
                  <a:solidFill>
                    <a:srgbClr val="DE6866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67" name="TextBox 1566">
                <a:extLst>
                  <a:ext uri="{FF2B5EF4-FFF2-40B4-BE49-F238E27FC236}">
                    <a16:creationId xmlns:a16="http://schemas.microsoft.com/office/drawing/2014/main" id="{AAB7D4F0-CB9C-C91B-E662-9FC7D849DDED}"/>
                  </a:ext>
                </a:extLst>
              </p:cNvPr>
              <p:cNvSpPr txBox="1"/>
              <p:nvPr/>
            </p:nvSpPr>
            <p:spPr>
              <a:xfrm>
                <a:off x="11307308" y="3998860"/>
                <a:ext cx="1827063" cy="4001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r>
                  <a:rPr lang="en-US" sz="2000" dirty="0"/>
                  <a:t>HDC with VMM</a:t>
                </a:r>
              </a:p>
            </p:txBody>
          </p:sp>
        </p:grpSp>
      </p:grp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CAF4CDB-23F8-17DC-8003-167B720D1487}"/>
              </a:ext>
            </a:extLst>
          </p:cNvPr>
          <p:cNvSpPr/>
          <p:nvPr/>
        </p:nvSpPr>
        <p:spPr>
          <a:xfrm>
            <a:off x="368253" y="3307416"/>
            <a:ext cx="21214080" cy="4023360"/>
          </a:xfrm>
          <a:prstGeom prst="roundRect">
            <a:avLst>
              <a:gd name="adj" fmla="val 3857"/>
            </a:avLst>
          </a:prstGeom>
          <a:noFill/>
          <a:ln w="38100" cap="flat">
            <a:solidFill>
              <a:srgbClr val="8B2233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326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9E834B9-A99A-220B-81CA-CC60C5E2AEBF}"/>
              </a:ext>
            </a:extLst>
          </p:cNvPr>
          <p:cNvSpPr/>
          <p:nvPr/>
        </p:nvSpPr>
        <p:spPr>
          <a:xfrm>
            <a:off x="369699" y="7507318"/>
            <a:ext cx="9178348" cy="9113544"/>
          </a:xfrm>
          <a:prstGeom prst="roundRect">
            <a:avLst>
              <a:gd name="adj" fmla="val 1349"/>
            </a:avLst>
          </a:prstGeom>
          <a:noFill/>
          <a:ln w="38100" cap="flat">
            <a:solidFill>
              <a:srgbClr val="8B2233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326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grpSp>
        <p:nvGrpSpPr>
          <p:cNvPr id="1535" name="Group 1534">
            <a:extLst>
              <a:ext uri="{FF2B5EF4-FFF2-40B4-BE49-F238E27FC236}">
                <a16:creationId xmlns:a16="http://schemas.microsoft.com/office/drawing/2014/main" id="{D4461226-B026-750E-13DF-277C6F3A5999}"/>
              </a:ext>
            </a:extLst>
          </p:cNvPr>
          <p:cNvGrpSpPr/>
          <p:nvPr/>
        </p:nvGrpSpPr>
        <p:grpSpPr>
          <a:xfrm>
            <a:off x="11169235" y="20466112"/>
            <a:ext cx="2419443" cy="2284579"/>
            <a:chOff x="5848676" y="16819340"/>
            <a:chExt cx="2081079" cy="972520"/>
          </a:xfrm>
        </p:grpSpPr>
        <p:sp>
          <p:nvSpPr>
            <p:cNvPr id="1569" name="Rectangle 1568">
              <a:extLst>
                <a:ext uri="{FF2B5EF4-FFF2-40B4-BE49-F238E27FC236}">
                  <a16:creationId xmlns:a16="http://schemas.microsoft.com/office/drawing/2014/main" id="{E99095A8-9C70-2539-242A-54F8D6DFD4DD}"/>
                </a:ext>
              </a:extLst>
            </p:cNvPr>
            <p:cNvSpPr/>
            <p:nvPr/>
          </p:nvSpPr>
          <p:spPr>
            <a:xfrm>
              <a:off x="5848676" y="16819340"/>
              <a:ext cx="2081079" cy="972520"/>
            </a:xfrm>
            <a:prstGeom prst="rect">
              <a:avLst/>
            </a:prstGeom>
            <a:solidFill>
              <a:srgbClr val="FFFFFF">
                <a:alpha val="85000"/>
              </a:srgbClr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71" name="TextBox 1570">
                  <a:extLst>
                    <a:ext uri="{FF2B5EF4-FFF2-40B4-BE49-F238E27FC236}">
                      <a16:creationId xmlns:a16="http://schemas.microsoft.com/office/drawing/2014/main" id="{830AF488-5FAD-31AC-BD98-A81089D96372}"/>
                    </a:ext>
                  </a:extLst>
                </p:cNvPr>
                <p:cNvSpPr txBox="1"/>
                <p:nvPr/>
              </p:nvSpPr>
              <p:spPr>
                <a:xfrm>
                  <a:off x="5924730" y="17053068"/>
                  <a:ext cx="1869441" cy="31444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45719" tIns="45719" rIns="45719" bIns="45719" numCol="1" spcCol="38100" rtlCol="0" anchor="t">
                  <a:spAutoFit/>
                </a:bodyPr>
                <a:lstStyle/>
                <a:p>
                  <a:pPr algn="ctr"/>
                  <a:r>
                    <a:rPr lang="en-US" sz="2100" dirty="0">
                      <a:solidFill>
                        <a:srgbClr val="DE6866"/>
                      </a:solidFill>
                    </a:rPr>
                    <a:t>248</a:t>
                  </a:r>
                  <a14:m>
                    <m:oMath xmlns:m="http://schemas.openxmlformats.org/officeDocument/2006/math">
                      <m:r>
                        <a:rPr lang="en-US" sz="2100" i="1">
                          <a:solidFill>
                            <a:srgbClr val="DE6866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a14:m>
                  <a:r>
                    <a:rPr lang="en-US" sz="2100" dirty="0">
                      <a:solidFill>
                        <a:srgbClr val="DE6866"/>
                      </a:solidFill>
                    </a:rPr>
                    <a:t>21</a:t>
                  </a:r>
                </a:p>
                <a:p>
                  <a:pPr algn="ctr"/>
                  <a:r>
                    <a:rPr lang="en-US" sz="2100" dirty="0">
                      <a:solidFill>
                        <a:srgbClr val="DE6866"/>
                      </a:solidFill>
                    </a:rPr>
                    <a:t>1T1R Array</a:t>
                  </a:r>
                </a:p>
              </p:txBody>
            </p:sp>
          </mc:Choice>
          <mc:Fallback xmlns="">
            <p:sp>
              <p:nvSpPr>
                <p:cNvPr id="1571" name="TextBox 1570">
                  <a:extLst>
                    <a:ext uri="{FF2B5EF4-FFF2-40B4-BE49-F238E27FC236}">
                      <a16:creationId xmlns:a16="http://schemas.microsoft.com/office/drawing/2014/main" id="{830AF488-5FAD-31AC-BD98-A81089D963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4730" y="17053068"/>
                  <a:ext cx="1869441" cy="314440"/>
                </a:xfrm>
                <a:prstGeom prst="rect">
                  <a:avLst/>
                </a:prstGeom>
                <a:blipFill>
                  <a:blip r:embed="rId17"/>
                  <a:stretch>
                    <a:fillRect t="-4918" b="-14754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72" name="TextBox 39">
            <a:extLst>
              <a:ext uri="{FF2B5EF4-FFF2-40B4-BE49-F238E27FC236}">
                <a16:creationId xmlns:a16="http://schemas.microsoft.com/office/drawing/2014/main" id="{6AB0DA90-D27D-1BC9-191D-456E040FB4B8}"/>
              </a:ext>
            </a:extLst>
          </p:cNvPr>
          <p:cNvSpPr txBox="1"/>
          <p:nvPr/>
        </p:nvSpPr>
        <p:spPr>
          <a:xfrm>
            <a:off x="3669089" y="31536257"/>
            <a:ext cx="2060000" cy="4277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120000"/>
              </a:lnSpc>
              <a:defRPr sz="2100">
                <a:solidFill>
                  <a:srgbClr val="344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solidFill>
                  <a:schemeClr val="tx1"/>
                </a:solidFill>
              </a:rPr>
              <a:t>SW: software </a:t>
            </a:r>
          </a:p>
        </p:txBody>
      </p:sp>
      <p:sp>
        <p:nvSpPr>
          <p:cNvPr id="1573" name="TextBox 39">
            <a:extLst>
              <a:ext uri="{FF2B5EF4-FFF2-40B4-BE49-F238E27FC236}">
                <a16:creationId xmlns:a16="http://schemas.microsoft.com/office/drawing/2014/main" id="{C8DDDA8E-28A5-8038-E83A-BE8242855B40}"/>
              </a:ext>
            </a:extLst>
          </p:cNvPr>
          <p:cNvSpPr txBox="1"/>
          <p:nvPr/>
        </p:nvSpPr>
        <p:spPr>
          <a:xfrm>
            <a:off x="6021385" y="31539122"/>
            <a:ext cx="2169047" cy="4277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120000"/>
              </a:lnSpc>
              <a:defRPr sz="2100">
                <a:solidFill>
                  <a:srgbClr val="344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solidFill>
                  <a:schemeClr val="tx1"/>
                </a:solidFill>
              </a:rPr>
              <a:t>HW: hardware </a:t>
            </a:r>
          </a:p>
        </p:txBody>
      </p:sp>
      <p:sp>
        <p:nvSpPr>
          <p:cNvPr id="1576" name="TextBox 1575">
            <a:extLst>
              <a:ext uri="{FF2B5EF4-FFF2-40B4-BE49-F238E27FC236}">
                <a16:creationId xmlns:a16="http://schemas.microsoft.com/office/drawing/2014/main" id="{D04D9849-A0DF-08DA-B554-F5F385CE4E4E}"/>
              </a:ext>
            </a:extLst>
          </p:cNvPr>
          <p:cNvSpPr txBox="1"/>
          <p:nvPr/>
        </p:nvSpPr>
        <p:spPr>
          <a:xfrm>
            <a:off x="1204992" y="31114068"/>
            <a:ext cx="9141405" cy="42774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21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sz="2000" dirty="0"/>
              <a:t>SW/SW: </a:t>
            </a:r>
            <a:r>
              <a:rPr lang="en-US" sz="2000" b="1" dirty="0"/>
              <a:t>software</a:t>
            </a:r>
            <a:r>
              <a:rPr lang="en-US" sz="2000" dirty="0"/>
              <a:t> VMM encoding + </a:t>
            </a:r>
            <a:r>
              <a:rPr lang="en-US" sz="2000" b="1" dirty="0"/>
              <a:t>software</a:t>
            </a:r>
            <a:r>
              <a:rPr lang="en-US" sz="2000" dirty="0"/>
              <a:t> single-layer perceptron classifier</a:t>
            </a:r>
          </a:p>
        </p:txBody>
      </p:sp>
      <p:graphicFrame>
        <p:nvGraphicFramePr>
          <p:cNvPr id="1577" name="Chart 1576">
            <a:extLst>
              <a:ext uri="{FF2B5EF4-FFF2-40B4-BE49-F238E27FC236}">
                <a16:creationId xmlns:a16="http://schemas.microsoft.com/office/drawing/2014/main" id="{78646704-2123-42FB-F32B-FADC38FE28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84944"/>
              </p:ext>
            </p:extLst>
          </p:nvPr>
        </p:nvGraphicFramePr>
        <p:xfrm>
          <a:off x="2637847" y="27293031"/>
          <a:ext cx="6275695" cy="37798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grpSp>
        <p:nvGrpSpPr>
          <p:cNvPr id="1139" name="Group 1138">
            <a:extLst>
              <a:ext uri="{FF2B5EF4-FFF2-40B4-BE49-F238E27FC236}">
                <a16:creationId xmlns:a16="http://schemas.microsoft.com/office/drawing/2014/main" id="{D22E409D-28A6-4016-CFF4-EE7692BAC44B}"/>
              </a:ext>
            </a:extLst>
          </p:cNvPr>
          <p:cNvGrpSpPr/>
          <p:nvPr/>
        </p:nvGrpSpPr>
        <p:grpSpPr>
          <a:xfrm>
            <a:off x="10631689" y="27380844"/>
            <a:ext cx="10771564" cy="4503801"/>
            <a:chOff x="10184222" y="27089014"/>
            <a:chExt cx="10771564" cy="4503801"/>
          </a:xfrm>
        </p:grpSpPr>
        <p:graphicFrame>
          <p:nvGraphicFramePr>
            <p:cNvPr id="1578" name="Chart 1577">
              <a:extLst>
                <a:ext uri="{FF2B5EF4-FFF2-40B4-BE49-F238E27FC236}">
                  <a16:creationId xmlns:a16="http://schemas.microsoft.com/office/drawing/2014/main" id="{07122066-56C9-4262-A400-A87F3F334A5E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064112784"/>
                </p:ext>
              </p:extLst>
            </p:nvPr>
          </p:nvGraphicFramePr>
          <p:xfrm>
            <a:off x="10184222" y="27296326"/>
            <a:ext cx="10761943" cy="429648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9"/>
            </a:graphicData>
          </a:graphic>
        </p:graphicFrame>
        <p:grpSp>
          <p:nvGrpSpPr>
            <p:cNvPr id="1579" name="Group 1578">
              <a:extLst>
                <a:ext uri="{FF2B5EF4-FFF2-40B4-BE49-F238E27FC236}">
                  <a16:creationId xmlns:a16="http://schemas.microsoft.com/office/drawing/2014/main" id="{0AC2D205-BCBE-9123-89F7-D9AA099EE475}"/>
                </a:ext>
              </a:extLst>
            </p:cNvPr>
            <p:cNvGrpSpPr/>
            <p:nvPr/>
          </p:nvGrpSpPr>
          <p:grpSpPr>
            <a:xfrm>
              <a:off x="11252244" y="27089014"/>
              <a:ext cx="9703542" cy="415496"/>
              <a:chOff x="22297833" y="15746745"/>
              <a:chExt cx="9703542" cy="415496"/>
            </a:xfrm>
          </p:grpSpPr>
          <p:sp>
            <p:nvSpPr>
              <p:cNvPr id="1580" name="TextBox 1579">
                <a:extLst>
                  <a:ext uri="{FF2B5EF4-FFF2-40B4-BE49-F238E27FC236}">
                    <a16:creationId xmlns:a16="http://schemas.microsoft.com/office/drawing/2014/main" id="{EED94078-268C-9AAB-2AB6-EBE39E54685A}"/>
                  </a:ext>
                </a:extLst>
              </p:cNvPr>
              <p:cNvSpPr txBox="1"/>
              <p:nvPr/>
            </p:nvSpPr>
            <p:spPr>
              <a:xfrm rot="-2700000">
                <a:off x="22297833" y="15746745"/>
                <a:ext cx="724083" cy="4154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000" b="0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Calibri"/>
                  </a:rPr>
                  <a:t>88.8</a:t>
                </a:r>
              </a:p>
            </p:txBody>
          </p:sp>
          <p:sp>
            <p:nvSpPr>
              <p:cNvPr id="1581" name="TextBox 1580">
                <a:extLst>
                  <a:ext uri="{FF2B5EF4-FFF2-40B4-BE49-F238E27FC236}">
                    <a16:creationId xmlns:a16="http://schemas.microsoft.com/office/drawing/2014/main" id="{DA4F2AB9-E863-7E85-60BA-241AACEA0AAF}"/>
                  </a:ext>
                </a:extLst>
              </p:cNvPr>
              <p:cNvSpPr txBox="1"/>
              <p:nvPr/>
            </p:nvSpPr>
            <p:spPr>
              <a:xfrm rot="-2700000">
                <a:off x="22750279" y="15746745"/>
                <a:ext cx="724083" cy="41549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000" b="0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Calibri"/>
                  </a:rPr>
                  <a:t>84.6</a:t>
                </a:r>
              </a:p>
            </p:txBody>
          </p:sp>
          <p:sp>
            <p:nvSpPr>
              <p:cNvPr id="1582" name="TextBox 1581">
                <a:extLst>
                  <a:ext uri="{FF2B5EF4-FFF2-40B4-BE49-F238E27FC236}">
                    <a16:creationId xmlns:a16="http://schemas.microsoft.com/office/drawing/2014/main" id="{1789F760-50CF-A852-EE07-119083118E54}"/>
                  </a:ext>
                </a:extLst>
              </p:cNvPr>
              <p:cNvSpPr txBox="1"/>
              <p:nvPr/>
            </p:nvSpPr>
            <p:spPr>
              <a:xfrm rot="-2700000">
                <a:off x="23196050" y="15748998"/>
                <a:ext cx="724083" cy="4001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93.3</a:t>
                </a:r>
                <a:endParaRPr kumimoji="0" lang="en-US" sz="2000" b="0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Arial" panose="020B0604020202020204" pitchFamily="34" charset="0"/>
                  <a:cs typeface="Arial" panose="020B0604020202020204" pitchFamily="34" charset="0"/>
                  <a:sym typeface="Calibri"/>
                </a:endParaRPr>
              </a:p>
            </p:txBody>
          </p:sp>
          <p:sp>
            <p:nvSpPr>
              <p:cNvPr id="1583" name="TextBox 1582">
                <a:extLst>
                  <a:ext uri="{FF2B5EF4-FFF2-40B4-BE49-F238E27FC236}">
                    <a16:creationId xmlns:a16="http://schemas.microsoft.com/office/drawing/2014/main" id="{AE6D74B3-E128-A011-960E-84C7F70F8211}"/>
                  </a:ext>
                </a:extLst>
              </p:cNvPr>
              <p:cNvSpPr txBox="1"/>
              <p:nvPr/>
            </p:nvSpPr>
            <p:spPr>
              <a:xfrm rot="-2700000">
                <a:off x="23648498" y="15748998"/>
                <a:ext cx="724083" cy="4001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94.4</a:t>
                </a:r>
                <a:endParaRPr kumimoji="0" lang="en-US" sz="2000" b="0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Arial" panose="020B0604020202020204" pitchFamily="34" charset="0"/>
                  <a:cs typeface="Arial" panose="020B0604020202020204" pitchFamily="34" charset="0"/>
                  <a:sym typeface="Calibri"/>
                </a:endParaRPr>
              </a:p>
            </p:txBody>
          </p:sp>
          <p:sp>
            <p:nvSpPr>
              <p:cNvPr id="1584" name="TextBox 1583">
                <a:extLst>
                  <a:ext uri="{FF2B5EF4-FFF2-40B4-BE49-F238E27FC236}">
                    <a16:creationId xmlns:a16="http://schemas.microsoft.com/office/drawing/2014/main" id="{1FC39276-A577-EEA5-EA49-F50973B30190}"/>
                  </a:ext>
                </a:extLst>
              </p:cNvPr>
              <p:cNvSpPr txBox="1"/>
              <p:nvPr/>
            </p:nvSpPr>
            <p:spPr>
              <a:xfrm rot="-2700000">
                <a:off x="24100008" y="15748998"/>
                <a:ext cx="724083" cy="4001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95.4</a:t>
                </a:r>
                <a:endParaRPr kumimoji="0" lang="en-US" sz="2000" b="0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Arial" panose="020B0604020202020204" pitchFamily="34" charset="0"/>
                  <a:cs typeface="Arial" panose="020B0604020202020204" pitchFamily="34" charset="0"/>
                  <a:sym typeface="Calibri"/>
                </a:endParaRPr>
              </a:p>
            </p:txBody>
          </p:sp>
          <p:sp>
            <p:nvSpPr>
              <p:cNvPr id="1585" name="TextBox 1584">
                <a:extLst>
                  <a:ext uri="{FF2B5EF4-FFF2-40B4-BE49-F238E27FC236}">
                    <a16:creationId xmlns:a16="http://schemas.microsoft.com/office/drawing/2014/main" id="{66BB96B0-632C-18EB-3BA6-2C609CB655A1}"/>
                  </a:ext>
                </a:extLst>
              </p:cNvPr>
              <p:cNvSpPr txBox="1"/>
              <p:nvPr/>
            </p:nvSpPr>
            <p:spPr>
              <a:xfrm rot="-2700000">
                <a:off x="24552459" y="15748998"/>
                <a:ext cx="724083" cy="4001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94.1</a:t>
                </a:r>
                <a:endParaRPr kumimoji="0" lang="en-US" sz="2000" b="0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Arial" panose="020B0604020202020204" pitchFamily="34" charset="0"/>
                  <a:cs typeface="Arial" panose="020B0604020202020204" pitchFamily="34" charset="0"/>
                  <a:sym typeface="Calibri"/>
                </a:endParaRPr>
              </a:p>
            </p:txBody>
          </p:sp>
          <p:sp>
            <p:nvSpPr>
              <p:cNvPr id="1586" name="TextBox 1585">
                <a:extLst>
                  <a:ext uri="{FF2B5EF4-FFF2-40B4-BE49-F238E27FC236}">
                    <a16:creationId xmlns:a16="http://schemas.microsoft.com/office/drawing/2014/main" id="{0BA640AE-BD42-6177-6ECC-5A258B3ED0F2}"/>
                  </a:ext>
                </a:extLst>
              </p:cNvPr>
              <p:cNvSpPr txBox="1"/>
              <p:nvPr/>
            </p:nvSpPr>
            <p:spPr>
              <a:xfrm rot="-2700000">
                <a:off x="25003959" y="15748998"/>
                <a:ext cx="724083" cy="4001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000" b="0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Calibri"/>
                  </a:rPr>
                  <a:t>89.0</a:t>
                </a:r>
              </a:p>
            </p:txBody>
          </p:sp>
          <p:sp>
            <p:nvSpPr>
              <p:cNvPr id="1587" name="TextBox 1586">
                <a:extLst>
                  <a:ext uri="{FF2B5EF4-FFF2-40B4-BE49-F238E27FC236}">
                    <a16:creationId xmlns:a16="http://schemas.microsoft.com/office/drawing/2014/main" id="{17186444-38B8-B2F3-2CB3-45ED0C6A1BAC}"/>
                  </a:ext>
                </a:extLst>
              </p:cNvPr>
              <p:cNvSpPr txBox="1"/>
              <p:nvPr/>
            </p:nvSpPr>
            <p:spPr>
              <a:xfrm rot="-2700000">
                <a:off x="25456412" y="15748998"/>
                <a:ext cx="724083" cy="4001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92.6</a:t>
                </a:r>
                <a:endParaRPr kumimoji="0" lang="en-US" sz="2000" b="0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Arial" panose="020B0604020202020204" pitchFamily="34" charset="0"/>
                  <a:cs typeface="Arial" panose="020B0604020202020204" pitchFamily="34" charset="0"/>
                  <a:sym typeface="Calibri"/>
                </a:endParaRPr>
              </a:p>
            </p:txBody>
          </p:sp>
          <p:sp>
            <p:nvSpPr>
              <p:cNvPr id="1588" name="TextBox 1587">
                <a:extLst>
                  <a:ext uri="{FF2B5EF4-FFF2-40B4-BE49-F238E27FC236}">
                    <a16:creationId xmlns:a16="http://schemas.microsoft.com/office/drawing/2014/main" id="{7544E229-DE94-55CA-358C-AFC44759B364}"/>
                  </a:ext>
                </a:extLst>
              </p:cNvPr>
              <p:cNvSpPr txBox="1"/>
              <p:nvPr/>
            </p:nvSpPr>
            <p:spPr>
              <a:xfrm rot="-2700000">
                <a:off x="25907904" y="15748998"/>
                <a:ext cx="724083" cy="4001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91.8</a:t>
                </a:r>
                <a:endParaRPr kumimoji="0" lang="en-US" sz="2000" b="0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Arial" panose="020B0604020202020204" pitchFamily="34" charset="0"/>
                  <a:cs typeface="Arial" panose="020B0604020202020204" pitchFamily="34" charset="0"/>
                  <a:sym typeface="Calibri"/>
                </a:endParaRPr>
              </a:p>
            </p:txBody>
          </p:sp>
          <p:sp>
            <p:nvSpPr>
              <p:cNvPr id="1589" name="TextBox 1588">
                <a:extLst>
                  <a:ext uri="{FF2B5EF4-FFF2-40B4-BE49-F238E27FC236}">
                    <a16:creationId xmlns:a16="http://schemas.microsoft.com/office/drawing/2014/main" id="{622AFC28-8852-A8F3-7E65-C7E493B8FF1B}"/>
                  </a:ext>
                </a:extLst>
              </p:cNvPr>
              <p:cNvSpPr txBox="1"/>
              <p:nvPr/>
            </p:nvSpPr>
            <p:spPr>
              <a:xfrm rot="-2700000">
                <a:off x="26360349" y="15748998"/>
                <a:ext cx="724083" cy="4001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93.1</a:t>
                </a:r>
                <a:endParaRPr kumimoji="0" lang="en-US" sz="2000" b="0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Arial" panose="020B0604020202020204" pitchFamily="34" charset="0"/>
                  <a:cs typeface="Arial" panose="020B0604020202020204" pitchFamily="34" charset="0"/>
                  <a:sym typeface="Calibri"/>
                </a:endParaRPr>
              </a:p>
            </p:txBody>
          </p:sp>
          <p:sp>
            <p:nvSpPr>
              <p:cNvPr id="1590" name="TextBox 1589">
                <a:extLst>
                  <a:ext uri="{FF2B5EF4-FFF2-40B4-BE49-F238E27FC236}">
                    <a16:creationId xmlns:a16="http://schemas.microsoft.com/office/drawing/2014/main" id="{70AA176F-E1A8-7674-84BA-96C3075CD2A8}"/>
                  </a:ext>
                </a:extLst>
              </p:cNvPr>
              <p:cNvSpPr txBox="1"/>
              <p:nvPr/>
            </p:nvSpPr>
            <p:spPr>
              <a:xfrm rot="-2700000">
                <a:off x="26811844" y="15748998"/>
                <a:ext cx="724083" cy="4001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94.9</a:t>
                </a:r>
                <a:endParaRPr kumimoji="0" lang="en-US" sz="2000" b="0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Arial" panose="020B0604020202020204" pitchFamily="34" charset="0"/>
                  <a:cs typeface="Arial" panose="020B0604020202020204" pitchFamily="34" charset="0"/>
                  <a:sym typeface="Calibri"/>
                </a:endParaRPr>
              </a:p>
            </p:txBody>
          </p:sp>
          <p:sp>
            <p:nvSpPr>
              <p:cNvPr id="1591" name="TextBox 1590">
                <a:extLst>
                  <a:ext uri="{FF2B5EF4-FFF2-40B4-BE49-F238E27FC236}">
                    <a16:creationId xmlns:a16="http://schemas.microsoft.com/office/drawing/2014/main" id="{3FFD2EFB-C2AF-112D-EA07-29B3849A1DC4}"/>
                  </a:ext>
                </a:extLst>
              </p:cNvPr>
              <p:cNvSpPr txBox="1"/>
              <p:nvPr/>
            </p:nvSpPr>
            <p:spPr>
              <a:xfrm rot="-2700000">
                <a:off x="27264304" y="15748998"/>
                <a:ext cx="724083" cy="4001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87.0</a:t>
                </a:r>
                <a:endParaRPr kumimoji="0" lang="en-US" sz="2000" b="0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Arial" panose="020B0604020202020204" pitchFamily="34" charset="0"/>
                  <a:cs typeface="Arial" panose="020B0604020202020204" pitchFamily="34" charset="0"/>
                  <a:sym typeface="Calibri"/>
                </a:endParaRPr>
              </a:p>
            </p:txBody>
          </p:sp>
          <p:sp>
            <p:nvSpPr>
              <p:cNvPr id="1592" name="TextBox 1591">
                <a:extLst>
                  <a:ext uri="{FF2B5EF4-FFF2-40B4-BE49-F238E27FC236}">
                    <a16:creationId xmlns:a16="http://schemas.microsoft.com/office/drawing/2014/main" id="{41C15241-BED3-92D3-8A9F-9F2DBB5E70C2}"/>
                  </a:ext>
                </a:extLst>
              </p:cNvPr>
              <p:cNvSpPr txBox="1"/>
              <p:nvPr/>
            </p:nvSpPr>
            <p:spPr>
              <a:xfrm rot="-2700000">
                <a:off x="27715804" y="15748998"/>
                <a:ext cx="724083" cy="4001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89.7</a:t>
                </a:r>
                <a:endParaRPr kumimoji="0" lang="en-US" sz="2000" b="0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Arial" panose="020B0604020202020204" pitchFamily="34" charset="0"/>
                  <a:cs typeface="Arial" panose="020B0604020202020204" pitchFamily="34" charset="0"/>
                  <a:sym typeface="Calibri"/>
                </a:endParaRPr>
              </a:p>
            </p:txBody>
          </p:sp>
          <p:sp>
            <p:nvSpPr>
              <p:cNvPr id="1593" name="TextBox 1592">
                <a:extLst>
                  <a:ext uri="{FF2B5EF4-FFF2-40B4-BE49-F238E27FC236}">
                    <a16:creationId xmlns:a16="http://schemas.microsoft.com/office/drawing/2014/main" id="{95EBB36C-A29F-FC2C-27BE-EC5BC07B9B6E}"/>
                  </a:ext>
                </a:extLst>
              </p:cNvPr>
              <p:cNvSpPr txBox="1"/>
              <p:nvPr/>
            </p:nvSpPr>
            <p:spPr>
              <a:xfrm rot="-2700000">
                <a:off x="28167302" y="15748998"/>
                <a:ext cx="724083" cy="4001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000" b="0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Calibri"/>
                  </a:rPr>
                  <a:t>93.5</a:t>
                </a:r>
              </a:p>
            </p:txBody>
          </p:sp>
          <p:sp>
            <p:nvSpPr>
              <p:cNvPr id="1594" name="TextBox 1593">
                <a:extLst>
                  <a:ext uri="{FF2B5EF4-FFF2-40B4-BE49-F238E27FC236}">
                    <a16:creationId xmlns:a16="http://schemas.microsoft.com/office/drawing/2014/main" id="{8FCEA46D-05BA-26A8-4A07-62AFB3993074}"/>
                  </a:ext>
                </a:extLst>
              </p:cNvPr>
              <p:cNvSpPr txBox="1"/>
              <p:nvPr/>
            </p:nvSpPr>
            <p:spPr>
              <a:xfrm rot="-2700000">
                <a:off x="28619740" y="15748998"/>
                <a:ext cx="724083" cy="4001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88.5</a:t>
                </a:r>
                <a:endParaRPr kumimoji="0" lang="en-US" sz="2000" b="0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Arial" panose="020B0604020202020204" pitchFamily="34" charset="0"/>
                  <a:cs typeface="Arial" panose="020B0604020202020204" pitchFamily="34" charset="0"/>
                  <a:sym typeface="Calibri"/>
                </a:endParaRPr>
              </a:p>
            </p:txBody>
          </p:sp>
          <p:sp>
            <p:nvSpPr>
              <p:cNvPr id="1595" name="TextBox 1594">
                <a:extLst>
                  <a:ext uri="{FF2B5EF4-FFF2-40B4-BE49-F238E27FC236}">
                    <a16:creationId xmlns:a16="http://schemas.microsoft.com/office/drawing/2014/main" id="{70DF5340-B133-4505-DB4F-19767584BE34}"/>
                  </a:ext>
                </a:extLst>
              </p:cNvPr>
              <p:cNvSpPr txBox="1"/>
              <p:nvPr/>
            </p:nvSpPr>
            <p:spPr>
              <a:xfrm rot="-2700000">
                <a:off x="29071237" y="15748998"/>
                <a:ext cx="724083" cy="4001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92.0</a:t>
                </a:r>
                <a:endParaRPr kumimoji="0" lang="en-US" sz="2000" b="0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Arial" panose="020B0604020202020204" pitchFamily="34" charset="0"/>
                  <a:cs typeface="Arial" panose="020B0604020202020204" pitchFamily="34" charset="0"/>
                  <a:sym typeface="Calibri"/>
                </a:endParaRPr>
              </a:p>
            </p:txBody>
          </p:sp>
          <p:sp>
            <p:nvSpPr>
              <p:cNvPr id="1596" name="TextBox 1595">
                <a:extLst>
                  <a:ext uri="{FF2B5EF4-FFF2-40B4-BE49-F238E27FC236}">
                    <a16:creationId xmlns:a16="http://schemas.microsoft.com/office/drawing/2014/main" id="{37B24C3A-4A73-18B2-93CB-204D0F505470}"/>
                  </a:ext>
                </a:extLst>
              </p:cNvPr>
              <p:cNvSpPr txBox="1"/>
              <p:nvPr/>
            </p:nvSpPr>
            <p:spPr>
              <a:xfrm rot="-2700000">
                <a:off x="29523693" y="15748998"/>
                <a:ext cx="724083" cy="4001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000" b="0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Calibri"/>
                  </a:rPr>
                  <a:t>88.8</a:t>
                </a:r>
              </a:p>
            </p:txBody>
          </p:sp>
          <p:sp>
            <p:nvSpPr>
              <p:cNvPr id="1597" name="TextBox 1596">
                <a:extLst>
                  <a:ext uri="{FF2B5EF4-FFF2-40B4-BE49-F238E27FC236}">
                    <a16:creationId xmlns:a16="http://schemas.microsoft.com/office/drawing/2014/main" id="{B4E4697F-A663-56E7-0F5A-F83EA19AD0FD}"/>
                  </a:ext>
                </a:extLst>
              </p:cNvPr>
              <p:cNvSpPr txBox="1"/>
              <p:nvPr/>
            </p:nvSpPr>
            <p:spPr>
              <a:xfrm rot="-2700000">
                <a:off x="29975194" y="15748998"/>
                <a:ext cx="724083" cy="4001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000" b="0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Calibri"/>
                  </a:rPr>
                  <a:t>81.1</a:t>
                </a:r>
              </a:p>
            </p:txBody>
          </p:sp>
          <p:sp>
            <p:nvSpPr>
              <p:cNvPr id="1598" name="TextBox 1597">
                <a:extLst>
                  <a:ext uri="{FF2B5EF4-FFF2-40B4-BE49-F238E27FC236}">
                    <a16:creationId xmlns:a16="http://schemas.microsoft.com/office/drawing/2014/main" id="{BC47328D-3AB4-2899-4243-DE7B629E7A08}"/>
                  </a:ext>
                </a:extLst>
              </p:cNvPr>
              <p:cNvSpPr txBox="1"/>
              <p:nvPr/>
            </p:nvSpPr>
            <p:spPr>
              <a:xfrm rot="-2700000">
                <a:off x="30427639" y="15748998"/>
                <a:ext cx="724083" cy="4001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2000" b="0" i="0" u="none" strike="noStrike" cap="none" spc="0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Calibri"/>
                  </a:rPr>
                  <a:t>86.6</a:t>
                </a:r>
              </a:p>
            </p:txBody>
          </p:sp>
          <p:sp>
            <p:nvSpPr>
              <p:cNvPr id="1599" name="TextBox 1598">
                <a:extLst>
                  <a:ext uri="{FF2B5EF4-FFF2-40B4-BE49-F238E27FC236}">
                    <a16:creationId xmlns:a16="http://schemas.microsoft.com/office/drawing/2014/main" id="{4F47A8A0-B604-C393-AD50-BE1FE7FC66B5}"/>
                  </a:ext>
                </a:extLst>
              </p:cNvPr>
              <p:cNvSpPr txBox="1"/>
              <p:nvPr/>
            </p:nvSpPr>
            <p:spPr>
              <a:xfrm rot="-2700000">
                <a:off x="30879134" y="15748998"/>
                <a:ext cx="724083" cy="4001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93.4</a:t>
                </a:r>
                <a:endParaRPr kumimoji="0" lang="en-US" sz="2000" b="0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Arial" panose="020B0604020202020204" pitchFamily="34" charset="0"/>
                  <a:cs typeface="Arial" panose="020B0604020202020204" pitchFamily="34" charset="0"/>
                  <a:sym typeface="Calibri"/>
                </a:endParaRPr>
              </a:p>
            </p:txBody>
          </p:sp>
          <p:sp>
            <p:nvSpPr>
              <p:cNvPr id="1133" name="TextBox 1132">
                <a:extLst>
                  <a:ext uri="{FF2B5EF4-FFF2-40B4-BE49-F238E27FC236}">
                    <a16:creationId xmlns:a16="http://schemas.microsoft.com/office/drawing/2014/main" id="{82D00C87-2EAC-E904-4B35-64AF0FC164F2}"/>
                  </a:ext>
                </a:extLst>
              </p:cNvPr>
              <p:cNvSpPr txBox="1"/>
              <p:nvPr/>
            </p:nvSpPr>
            <p:spPr>
              <a:xfrm rot="-2700000">
                <a:off x="31277292" y="15748998"/>
                <a:ext cx="724083" cy="4001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45719" tIns="45719" rIns="45719" bIns="45719" numCol="1" spcCol="38100" rtlCol="0" anchor="t">
                <a:spAutoFit/>
              </a:bodyPr>
              <a:lstStyle/>
              <a:p>
                <a:pPr marL="0" marR="0" indent="0" algn="l" defTabSz="326532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92.3</a:t>
                </a:r>
                <a:endParaRPr kumimoji="0" lang="en-US" sz="2000" b="0" i="0" u="none" strike="noStrike" cap="none" spc="0" normalizeH="0" baseline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Arial" panose="020B0604020202020204" pitchFamily="34" charset="0"/>
                  <a:cs typeface="Arial" panose="020B0604020202020204" pitchFamily="34" charset="0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9553724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32653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32653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32653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32653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673</Words>
  <Application>Microsoft Office PowerPoint</Application>
  <PresentationFormat>Custom</PresentationFormat>
  <Paragraphs>191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Wingdings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 Huang</dc:creator>
  <cp:lastModifiedBy>Alireza Jaberi Rad</cp:lastModifiedBy>
  <cp:revision>2</cp:revision>
  <cp:lastPrinted>2024-12-06T17:05:09Z</cp:lastPrinted>
  <dcterms:modified xsi:type="dcterms:W3CDTF">2024-12-08T14:22:55Z</dcterms:modified>
</cp:coreProperties>
</file>